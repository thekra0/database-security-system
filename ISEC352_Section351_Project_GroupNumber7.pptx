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4"/>
  </p:sldMasterIdLst>
  <p:sldIdLst>
    <p:sldId id="256" r:id="rId5"/>
    <p:sldId id="257" r:id="rId6"/>
    <p:sldId id="258" r:id="rId7"/>
    <p:sldId id="269" r:id="rId8"/>
    <p:sldId id="259" r:id="rId9"/>
    <p:sldId id="270" r:id="rId10"/>
    <p:sldId id="271" r:id="rId11"/>
    <p:sldId id="272" r:id="rId12"/>
    <p:sldId id="273" r:id="rId13"/>
    <p:sldId id="275" r:id="rId14"/>
    <p:sldId id="276" r:id="rId15"/>
    <p:sldId id="277" r:id="rId16"/>
    <p:sldId id="278" r:id="rId17"/>
    <p:sldId id="268" r:id="rId18"/>
    <p:sldId id="279" r:id="rId19"/>
    <p:sldId id="280" r:id="rId20"/>
    <p:sldId id="281" r:id="rId21"/>
    <p:sldId id="282" r:id="rId22"/>
    <p:sldId id="283" r:id="rId23"/>
    <p:sldId id="284" r:id="rId24"/>
    <p:sldId id="285" r:id="rId25"/>
    <p:sldId id="286" r:id="rId26"/>
    <p:sldId id="267" r:id="rId27"/>
    <p:sldId id="274" r:id="rId28"/>
  </p:sldIdLst>
  <p:sldSz cx="12192000" cy="6858000"/>
  <p:notesSz cx="6858000" cy="9144000"/>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9D4242-ABB2-4043-875F-802F46CBB355}" v="7" dt="2024-11-30T17:33:38.909"/>
    <p1510:client id="{E60BAD44-70D2-4C7F-89E5-B9AF357B7FFB}" v="156" dt="2024-11-30T15:38:07.6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nim B" userId="a1ab1d55e618fa3f" providerId="LiveId" clId="{649D4242-ABB2-4043-875F-802F46CBB355}"/>
    <pc:docChg chg="undo custSel addSld delSld modSld">
      <pc:chgData name="Ranim B" userId="a1ab1d55e618fa3f" providerId="LiveId" clId="{649D4242-ABB2-4043-875F-802F46CBB355}" dt="2024-11-30T18:41:58.827" v="256" actId="20577"/>
      <pc:docMkLst>
        <pc:docMk/>
      </pc:docMkLst>
      <pc:sldChg chg="addSp modSp mod">
        <pc:chgData name="Ranim B" userId="a1ab1d55e618fa3f" providerId="LiveId" clId="{649D4242-ABB2-4043-875F-802F46CBB355}" dt="2024-11-30T18:41:58.827" v="256" actId="20577"/>
        <pc:sldMkLst>
          <pc:docMk/>
          <pc:sldMk cId="483017066" sldId="256"/>
        </pc:sldMkLst>
        <pc:spChg chg="mod">
          <ac:chgData name="Ranim B" userId="a1ab1d55e618fa3f" providerId="LiveId" clId="{649D4242-ABB2-4043-875F-802F46CBB355}" dt="2024-11-30T15:44:12.027" v="13" actId="1076"/>
          <ac:spMkLst>
            <pc:docMk/>
            <pc:sldMk cId="483017066" sldId="256"/>
            <ac:spMk id="2" creationId="{36CBD7AA-6591-9E82-C794-1C83483D5A8B}"/>
          </ac:spMkLst>
        </pc:spChg>
        <pc:spChg chg="mod">
          <ac:chgData name="Ranim B" userId="a1ab1d55e618fa3f" providerId="LiveId" clId="{649D4242-ABB2-4043-875F-802F46CBB355}" dt="2024-11-30T17:03:37.133" v="17" actId="27636"/>
          <ac:spMkLst>
            <pc:docMk/>
            <pc:sldMk cId="483017066" sldId="256"/>
            <ac:spMk id="3" creationId="{B61E3A9B-456D-AAEA-53D4-1F320FF68180}"/>
          </ac:spMkLst>
        </pc:spChg>
        <pc:spChg chg="mod">
          <ac:chgData name="Ranim B" userId="a1ab1d55e618fa3f" providerId="LiveId" clId="{649D4242-ABB2-4043-875F-802F46CBB355}" dt="2024-11-30T18:41:58.827" v="256" actId="20577"/>
          <ac:spMkLst>
            <pc:docMk/>
            <pc:sldMk cId="483017066" sldId="256"/>
            <ac:spMk id="4" creationId="{8CAC8024-5759-9D21-520A-F558B99AF213}"/>
          </ac:spMkLst>
        </pc:spChg>
        <pc:picChg chg="add mod modCrop">
          <ac:chgData name="Ranim B" userId="a1ab1d55e618fa3f" providerId="LiveId" clId="{649D4242-ABB2-4043-875F-802F46CBB355}" dt="2024-11-30T15:44:05.821" v="12" actId="1076"/>
          <ac:picMkLst>
            <pc:docMk/>
            <pc:sldMk cId="483017066" sldId="256"/>
            <ac:picMk id="6" creationId="{66D3C0B8-7DA8-C017-CB88-E8D9E977C0F4}"/>
          </ac:picMkLst>
        </pc:picChg>
      </pc:sldChg>
      <pc:sldChg chg="modSp mod">
        <pc:chgData name="Ranim B" userId="a1ab1d55e618fa3f" providerId="LiveId" clId="{649D4242-ABB2-4043-875F-802F46CBB355}" dt="2024-11-30T18:34:00.547" v="254" actId="1076"/>
        <pc:sldMkLst>
          <pc:docMk/>
          <pc:sldMk cId="2386887641" sldId="258"/>
        </pc:sldMkLst>
        <pc:spChg chg="mod">
          <ac:chgData name="Ranim B" userId="a1ab1d55e618fa3f" providerId="LiveId" clId="{649D4242-ABB2-4043-875F-802F46CBB355}" dt="2024-11-30T18:34:00.547" v="254" actId="1076"/>
          <ac:spMkLst>
            <pc:docMk/>
            <pc:sldMk cId="2386887641" sldId="258"/>
            <ac:spMk id="3" creationId="{02A357F2-0CB5-DB1E-08FA-5DA00E2684ED}"/>
          </ac:spMkLst>
        </pc:spChg>
      </pc:sldChg>
      <pc:sldChg chg="addSp delSp modSp del mod">
        <pc:chgData name="Ranim B" userId="a1ab1d55e618fa3f" providerId="LiveId" clId="{649D4242-ABB2-4043-875F-802F46CBB355}" dt="2024-11-30T17:14:52.606" v="91" actId="2696"/>
        <pc:sldMkLst>
          <pc:docMk/>
          <pc:sldMk cId="3942581007" sldId="266"/>
        </pc:sldMkLst>
        <pc:spChg chg="mod">
          <ac:chgData name="Ranim B" userId="a1ab1d55e618fa3f" providerId="LiveId" clId="{649D4242-ABB2-4043-875F-802F46CBB355}" dt="2024-11-30T17:12:20.883" v="81" actId="1076"/>
          <ac:spMkLst>
            <pc:docMk/>
            <pc:sldMk cId="3942581007" sldId="266"/>
            <ac:spMk id="3" creationId="{9832E92D-8704-9E29-6073-2435BDEC26C2}"/>
          </ac:spMkLst>
        </pc:spChg>
        <pc:spChg chg="add del mod">
          <ac:chgData name="Ranim B" userId="a1ab1d55e618fa3f" providerId="LiveId" clId="{649D4242-ABB2-4043-875F-802F46CBB355}" dt="2024-11-30T17:10:24.220" v="50" actId="22"/>
          <ac:spMkLst>
            <pc:docMk/>
            <pc:sldMk cId="3942581007" sldId="266"/>
            <ac:spMk id="5" creationId="{A22B1E3C-17B9-A7A9-CF57-762F0F335FA4}"/>
          </ac:spMkLst>
        </pc:spChg>
      </pc:sldChg>
      <pc:sldChg chg="modSp mod">
        <pc:chgData name="Ranim B" userId="a1ab1d55e618fa3f" providerId="LiveId" clId="{649D4242-ABB2-4043-875F-802F46CBB355}" dt="2024-11-30T17:36:06.858" v="242" actId="120"/>
        <pc:sldMkLst>
          <pc:docMk/>
          <pc:sldMk cId="1856903197" sldId="267"/>
        </pc:sldMkLst>
        <pc:spChg chg="mod">
          <ac:chgData name="Ranim B" userId="a1ab1d55e618fa3f" providerId="LiveId" clId="{649D4242-ABB2-4043-875F-802F46CBB355}" dt="2024-11-30T17:36:06.858" v="242" actId="120"/>
          <ac:spMkLst>
            <pc:docMk/>
            <pc:sldMk cId="1856903197" sldId="267"/>
            <ac:spMk id="3" creationId="{89F2C4B7-0DEB-742C-9D7E-8912DF840B7F}"/>
          </ac:spMkLst>
        </pc:spChg>
      </pc:sldChg>
      <pc:sldChg chg="addSp modSp mod">
        <pc:chgData name="Ranim B" userId="a1ab1d55e618fa3f" providerId="LiveId" clId="{649D4242-ABB2-4043-875F-802F46CBB355}" dt="2024-11-30T17:36:39.041" v="244" actId="255"/>
        <pc:sldMkLst>
          <pc:docMk/>
          <pc:sldMk cId="2036578768" sldId="268"/>
        </pc:sldMkLst>
        <pc:spChg chg="mod">
          <ac:chgData name="Ranim B" userId="a1ab1d55e618fa3f" providerId="LiveId" clId="{649D4242-ABB2-4043-875F-802F46CBB355}" dt="2024-11-30T17:36:39.041" v="244" actId="255"/>
          <ac:spMkLst>
            <pc:docMk/>
            <pc:sldMk cId="2036578768" sldId="268"/>
            <ac:spMk id="3" creationId="{FE05EECB-34AD-BA50-BA79-F4FC4A84F6E6}"/>
          </ac:spMkLst>
        </pc:spChg>
        <pc:picChg chg="add mod">
          <ac:chgData name="Ranim B" userId="a1ab1d55e618fa3f" providerId="LiveId" clId="{649D4242-ABB2-4043-875F-802F46CBB355}" dt="2024-11-30T17:26:15.976" v="171" actId="1076"/>
          <ac:picMkLst>
            <pc:docMk/>
            <pc:sldMk cId="2036578768" sldId="268"/>
            <ac:picMk id="4" creationId="{505C2492-8633-FB86-E139-B018D25F0F0B}"/>
          </ac:picMkLst>
        </pc:picChg>
      </pc:sldChg>
      <pc:sldChg chg="modSp mod">
        <pc:chgData name="Ranim B" userId="a1ab1d55e618fa3f" providerId="LiveId" clId="{649D4242-ABB2-4043-875F-802F46CBB355}" dt="2024-11-30T17:09:11.154" v="46" actId="20577"/>
        <pc:sldMkLst>
          <pc:docMk/>
          <pc:sldMk cId="3749333277" sldId="269"/>
        </pc:sldMkLst>
        <pc:spChg chg="mod">
          <ac:chgData name="Ranim B" userId="a1ab1d55e618fa3f" providerId="LiveId" clId="{649D4242-ABB2-4043-875F-802F46CBB355}" dt="2024-11-30T17:09:11.154" v="46" actId="20577"/>
          <ac:spMkLst>
            <pc:docMk/>
            <pc:sldMk cId="3749333277" sldId="269"/>
            <ac:spMk id="3" creationId="{84213E82-178F-41CC-CB42-CF854E5C01DC}"/>
          </ac:spMkLst>
        </pc:spChg>
      </pc:sldChg>
      <pc:sldChg chg="modSp add mod">
        <pc:chgData name="Ranim B" userId="a1ab1d55e618fa3f" providerId="LiveId" clId="{649D4242-ABB2-4043-875F-802F46CBB355}" dt="2024-11-30T17:24:05.116" v="153" actId="12"/>
        <pc:sldMkLst>
          <pc:docMk/>
          <pc:sldMk cId="1154743406" sldId="275"/>
        </pc:sldMkLst>
        <pc:spChg chg="mod">
          <ac:chgData name="Ranim B" userId="a1ab1d55e618fa3f" providerId="LiveId" clId="{649D4242-ABB2-4043-875F-802F46CBB355}" dt="2024-11-30T17:24:05.116" v="153" actId="12"/>
          <ac:spMkLst>
            <pc:docMk/>
            <pc:sldMk cId="1154743406" sldId="275"/>
            <ac:spMk id="3" creationId="{E4E61AC5-1076-722B-C5FC-DA257F38E445}"/>
          </ac:spMkLst>
        </pc:spChg>
      </pc:sldChg>
      <pc:sldChg chg="modSp add mod">
        <pc:chgData name="Ranim B" userId="a1ab1d55e618fa3f" providerId="LiveId" clId="{649D4242-ABB2-4043-875F-802F46CBB355}" dt="2024-11-30T17:23:47.890" v="152" actId="120"/>
        <pc:sldMkLst>
          <pc:docMk/>
          <pc:sldMk cId="3279221707" sldId="276"/>
        </pc:sldMkLst>
        <pc:spChg chg="mod">
          <ac:chgData name="Ranim B" userId="a1ab1d55e618fa3f" providerId="LiveId" clId="{649D4242-ABB2-4043-875F-802F46CBB355}" dt="2024-11-30T17:23:47.890" v="152" actId="120"/>
          <ac:spMkLst>
            <pc:docMk/>
            <pc:sldMk cId="3279221707" sldId="276"/>
            <ac:spMk id="3" creationId="{AE40DBD8-C63E-43F7-B4B8-70D3CF0D8FCA}"/>
          </ac:spMkLst>
        </pc:spChg>
      </pc:sldChg>
      <pc:sldChg chg="modSp add mod">
        <pc:chgData name="Ranim B" userId="a1ab1d55e618fa3f" providerId="LiveId" clId="{649D4242-ABB2-4043-875F-802F46CBB355}" dt="2024-11-30T17:20:07.220" v="120" actId="20577"/>
        <pc:sldMkLst>
          <pc:docMk/>
          <pc:sldMk cId="79111528" sldId="277"/>
        </pc:sldMkLst>
        <pc:spChg chg="mod">
          <ac:chgData name="Ranim B" userId="a1ab1d55e618fa3f" providerId="LiveId" clId="{649D4242-ABB2-4043-875F-802F46CBB355}" dt="2024-11-30T17:20:07.220" v="120" actId="20577"/>
          <ac:spMkLst>
            <pc:docMk/>
            <pc:sldMk cId="79111528" sldId="277"/>
            <ac:spMk id="3" creationId="{86075BFE-9A00-3B41-8F18-511ADB900C28}"/>
          </ac:spMkLst>
        </pc:spChg>
      </pc:sldChg>
      <pc:sldChg chg="modSp add mod">
        <pc:chgData name="Ranim B" userId="a1ab1d55e618fa3f" providerId="LiveId" clId="{649D4242-ABB2-4043-875F-802F46CBB355}" dt="2024-11-30T17:22:56.506" v="146" actId="120"/>
        <pc:sldMkLst>
          <pc:docMk/>
          <pc:sldMk cId="2438254596" sldId="278"/>
        </pc:sldMkLst>
        <pc:spChg chg="mod">
          <ac:chgData name="Ranim B" userId="a1ab1d55e618fa3f" providerId="LiveId" clId="{649D4242-ABB2-4043-875F-802F46CBB355}" dt="2024-11-30T17:22:56.506" v="146" actId="120"/>
          <ac:spMkLst>
            <pc:docMk/>
            <pc:sldMk cId="2438254596" sldId="278"/>
            <ac:spMk id="3" creationId="{01BD3C04-5B14-4164-587C-1207E2D5A711}"/>
          </ac:spMkLst>
        </pc:spChg>
      </pc:sldChg>
      <pc:sldChg chg="modSp add mod">
        <pc:chgData name="Ranim B" userId="a1ab1d55e618fa3f" providerId="LiveId" clId="{649D4242-ABB2-4043-875F-802F46CBB355}" dt="2024-11-30T17:27:04.737" v="179" actId="27636"/>
        <pc:sldMkLst>
          <pc:docMk/>
          <pc:sldMk cId="3831624219" sldId="279"/>
        </pc:sldMkLst>
        <pc:spChg chg="mod">
          <ac:chgData name="Ranim B" userId="a1ab1d55e618fa3f" providerId="LiveId" clId="{649D4242-ABB2-4043-875F-802F46CBB355}" dt="2024-11-30T17:27:04.737" v="179" actId="27636"/>
          <ac:spMkLst>
            <pc:docMk/>
            <pc:sldMk cId="3831624219" sldId="279"/>
            <ac:spMk id="3" creationId="{A69D41CE-DBCF-C910-754E-DA030AE15B1D}"/>
          </ac:spMkLst>
        </pc:spChg>
      </pc:sldChg>
      <pc:sldChg chg="addSp delSp modSp add mod">
        <pc:chgData name="Ranim B" userId="a1ab1d55e618fa3f" providerId="LiveId" clId="{649D4242-ABB2-4043-875F-802F46CBB355}" dt="2024-11-30T17:27:41.973" v="184" actId="1076"/>
        <pc:sldMkLst>
          <pc:docMk/>
          <pc:sldMk cId="2221804626" sldId="280"/>
        </pc:sldMkLst>
        <pc:spChg chg="mod">
          <ac:chgData name="Ranim B" userId="a1ab1d55e618fa3f" providerId="LiveId" clId="{649D4242-ABB2-4043-875F-802F46CBB355}" dt="2024-11-30T17:27:31.064" v="183" actId="1076"/>
          <ac:spMkLst>
            <pc:docMk/>
            <pc:sldMk cId="2221804626" sldId="280"/>
            <ac:spMk id="2" creationId="{29544FCB-2BA3-D7E0-F609-EFA193647DA1}"/>
          </ac:spMkLst>
        </pc:spChg>
        <pc:spChg chg="del">
          <ac:chgData name="Ranim B" userId="a1ab1d55e618fa3f" providerId="LiveId" clId="{649D4242-ABB2-4043-875F-802F46CBB355}" dt="2024-11-30T17:27:21.941" v="180"/>
          <ac:spMkLst>
            <pc:docMk/>
            <pc:sldMk cId="2221804626" sldId="280"/>
            <ac:spMk id="3" creationId="{6E9E759A-44A4-25D6-AC60-84E96F2F323E}"/>
          </ac:spMkLst>
        </pc:spChg>
        <pc:picChg chg="add mod">
          <ac:chgData name="Ranim B" userId="a1ab1d55e618fa3f" providerId="LiveId" clId="{649D4242-ABB2-4043-875F-802F46CBB355}" dt="2024-11-30T17:27:41.973" v="184" actId="1076"/>
          <ac:picMkLst>
            <pc:docMk/>
            <pc:sldMk cId="2221804626" sldId="280"/>
            <ac:picMk id="4" creationId="{FE2F1ACE-8A41-296E-3B7A-A30B71F69220}"/>
          </ac:picMkLst>
        </pc:picChg>
      </pc:sldChg>
      <pc:sldChg chg="modSp add mod">
        <pc:chgData name="Ranim B" userId="a1ab1d55e618fa3f" providerId="LiveId" clId="{649D4242-ABB2-4043-875F-802F46CBB355}" dt="2024-11-30T17:28:31.377" v="192" actId="2711"/>
        <pc:sldMkLst>
          <pc:docMk/>
          <pc:sldMk cId="3034104096" sldId="281"/>
        </pc:sldMkLst>
        <pc:spChg chg="mod">
          <ac:chgData name="Ranim B" userId="a1ab1d55e618fa3f" providerId="LiveId" clId="{649D4242-ABB2-4043-875F-802F46CBB355}" dt="2024-11-30T17:28:31.377" v="192" actId="2711"/>
          <ac:spMkLst>
            <pc:docMk/>
            <pc:sldMk cId="3034104096" sldId="281"/>
            <ac:spMk id="3" creationId="{D501A8E2-B75C-312C-5151-5FBDB1B3DE17}"/>
          </ac:spMkLst>
        </pc:spChg>
      </pc:sldChg>
      <pc:sldChg chg="addSp delSp modSp add mod">
        <pc:chgData name="Ranim B" userId="a1ab1d55e618fa3f" providerId="LiveId" clId="{649D4242-ABB2-4043-875F-802F46CBB355}" dt="2024-11-30T17:29:01.716" v="197" actId="1076"/>
        <pc:sldMkLst>
          <pc:docMk/>
          <pc:sldMk cId="2785201144" sldId="282"/>
        </pc:sldMkLst>
        <pc:spChg chg="del">
          <ac:chgData name="Ranim B" userId="a1ab1d55e618fa3f" providerId="LiveId" clId="{649D4242-ABB2-4043-875F-802F46CBB355}" dt="2024-11-30T17:28:44.446" v="193"/>
          <ac:spMkLst>
            <pc:docMk/>
            <pc:sldMk cId="2785201144" sldId="282"/>
            <ac:spMk id="3" creationId="{069511D3-2B7E-9380-96D3-7877BE5054D6}"/>
          </ac:spMkLst>
        </pc:spChg>
        <pc:picChg chg="add mod">
          <ac:chgData name="Ranim B" userId="a1ab1d55e618fa3f" providerId="LiveId" clId="{649D4242-ABB2-4043-875F-802F46CBB355}" dt="2024-11-30T17:29:01.716" v="197" actId="1076"/>
          <ac:picMkLst>
            <pc:docMk/>
            <pc:sldMk cId="2785201144" sldId="282"/>
            <ac:picMk id="4" creationId="{AD9B4365-372F-CF7F-FCA8-3027BB379D7B}"/>
          </ac:picMkLst>
        </pc:picChg>
      </pc:sldChg>
      <pc:sldChg chg="addSp delSp modSp add mod">
        <pc:chgData name="Ranim B" userId="a1ab1d55e618fa3f" providerId="LiveId" clId="{649D4242-ABB2-4043-875F-802F46CBB355}" dt="2024-11-30T17:31:42.311" v="217" actId="2711"/>
        <pc:sldMkLst>
          <pc:docMk/>
          <pc:sldMk cId="3453501685" sldId="283"/>
        </pc:sldMkLst>
        <pc:spChg chg="mod">
          <ac:chgData name="Ranim B" userId="a1ab1d55e618fa3f" providerId="LiveId" clId="{649D4242-ABB2-4043-875F-802F46CBB355}" dt="2024-11-30T17:31:42.311" v="217" actId="2711"/>
          <ac:spMkLst>
            <pc:docMk/>
            <pc:sldMk cId="3453501685" sldId="283"/>
            <ac:spMk id="3" creationId="{C6CF4F23-049B-28DC-8E19-9254F7FF9E13}"/>
          </ac:spMkLst>
        </pc:spChg>
        <pc:picChg chg="add del mod">
          <ac:chgData name="Ranim B" userId="a1ab1d55e618fa3f" providerId="LiveId" clId="{649D4242-ABB2-4043-875F-802F46CBB355}" dt="2024-11-30T17:31:08.428" v="212" actId="21"/>
          <ac:picMkLst>
            <pc:docMk/>
            <pc:sldMk cId="3453501685" sldId="283"/>
            <ac:picMk id="4" creationId="{D95D990C-B505-676C-190D-6CE7D4C69DAB}"/>
          </ac:picMkLst>
        </pc:picChg>
      </pc:sldChg>
      <pc:sldChg chg="addSp modSp add mod">
        <pc:chgData name="Ranim B" userId="a1ab1d55e618fa3f" providerId="LiveId" clId="{649D4242-ABB2-4043-875F-802F46CBB355}" dt="2024-11-30T17:32:17.684" v="223" actId="1076"/>
        <pc:sldMkLst>
          <pc:docMk/>
          <pc:sldMk cId="2642094512" sldId="284"/>
        </pc:sldMkLst>
        <pc:picChg chg="add mod">
          <ac:chgData name="Ranim B" userId="a1ab1d55e618fa3f" providerId="LiveId" clId="{649D4242-ABB2-4043-875F-802F46CBB355}" dt="2024-11-30T17:32:17.684" v="223" actId="1076"/>
          <ac:picMkLst>
            <pc:docMk/>
            <pc:sldMk cId="2642094512" sldId="284"/>
            <ac:picMk id="4" creationId="{D6ECDB31-222E-1B38-B58A-01EAC560987A}"/>
          </ac:picMkLst>
        </pc:picChg>
      </pc:sldChg>
      <pc:sldChg chg="modSp add mod">
        <pc:chgData name="Ranim B" userId="a1ab1d55e618fa3f" providerId="LiveId" clId="{649D4242-ABB2-4043-875F-802F46CBB355}" dt="2024-11-30T17:33:25.290" v="227" actId="2711"/>
        <pc:sldMkLst>
          <pc:docMk/>
          <pc:sldMk cId="666080636" sldId="285"/>
        </pc:sldMkLst>
        <pc:spChg chg="mod">
          <ac:chgData name="Ranim B" userId="a1ab1d55e618fa3f" providerId="LiveId" clId="{649D4242-ABB2-4043-875F-802F46CBB355}" dt="2024-11-30T17:33:25.290" v="227" actId="2711"/>
          <ac:spMkLst>
            <pc:docMk/>
            <pc:sldMk cId="666080636" sldId="285"/>
            <ac:spMk id="3" creationId="{30223783-1E8C-09D0-4C42-A48B7B8A3384}"/>
          </ac:spMkLst>
        </pc:spChg>
      </pc:sldChg>
      <pc:sldChg chg="addSp delSp modSp add mod">
        <pc:chgData name="Ranim B" userId="a1ab1d55e618fa3f" providerId="LiveId" clId="{649D4242-ABB2-4043-875F-802F46CBB355}" dt="2024-11-30T17:34:10.475" v="233" actId="1076"/>
        <pc:sldMkLst>
          <pc:docMk/>
          <pc:sldMk cId="2156088917" sldId="286"/>
        </pc:sldMkLst>
        <pc:spChg chg="del">
          <ac:chgData name="Ranim B" userId="a1ab1d55e618fa3f" providerId="LiveId" clId="{649D4242-ABB2-4043-875F-802F46CBB355}" dt="2024-11-30T17:33:38.909" v="228"/>
          <ac:spMkLst>
            <pc:docMk/>
            <pc:sldMk cId="2156088917" sldId="286"/>
            <ac:spMk id="3" creationId="{5A962C81-81C3-64E8-BA4E-3F9C9E65B690}"/>
          </ac:spMkLst>
        </pc:spChg>
        <pc:picChg chg="add mod">
          <ac:chgData name="Ranim B" userId="a1ab1d55e618fa3f" providerId="LiveId" clId="{649D4242-ABB2-4043-875F-802F46CBB355}" dt="2024-11-30T17:34:10.475" v="233" actId="1076"/>
          <ac:picMkLst>
            <pc:docMk/>
            <pc:sldMk cId="2156088917" sldId="286"/>
            <ac:picMk id="4" creationId="{1B6B92A1-2E5D-394D-9E62-561726AE47DC}"/>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D5A3DB2-8470-137A-C290-F30F434436B9}"/>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B9E7E3C0-E694-4314-D5E8-0594FFB588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E60B1EFF-A3A7-47B8-D375-E7C0111A46B8}"/>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5" name="عنصر نائب للتذييل 4">
            <a:extLst>
              <a:ext uri="{FF2B5EF4-FFF2-40B4-BE49-F238E27FC236}">
                <a16:creationId xmlns:a16="http://schemas.microsoft.com/office/drawing/2014/main" id="{6890AF5E-09D4-E3E1-B3A8-9F43647524B0}"/>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4EB3809F-E3F2-9CDE-3021-0551B05B3579}"/>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31409113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13EBDEC-A6CE-5EC2-70F0-6BEB8162E9D3}"/>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FC3E2B3E-C6C3-C599-DE84-39404C2AC71B}"/>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FCC05E7F-554B-7B20-2139-C59756EADA48}"/>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5" name="عنصر نائب للتذييل 4">
            <a:extLst>
              <a:ext uri="{FF2B5EF4-FFF2-40B4-BE49-F238E27FC236}">
                <a16:creationId xmlns:a16="http://schemas.microsoft.com/office/drawing/2014/main" id="{CFC579CD-02BE-4B9F-77B4-16673FC73D61}"/>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5B31CFE-BDE6-D4A6-B585-B1FA1343E0BA}"/>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3716959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EFEB068-E8C5-916F-3115-0E3446103D03}"/>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AC1F8887-B908-9ECB-78FB-EC0CE7DDD3A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DAB56347-3224-9F66-5BC8-954AFAF3F61D}"/>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5" name="عنصر نائب للتذييل 4">
            <a:extLst>
              <a:ext uri="{FF2B5EF4-FFF2-40B4-BE49-F238E27FC236}">
                <a16:creationId xmlns:a16="http://schemas.microsoft.com/office/drawing/2014/main" id="{59AE1CF1-FF30-A902-3E05-28B90AAEEA27}"/>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AC87CB2B-AD53-9CA7-E53B-158C6CFA3650}"/>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3394583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34FB266B-BF56-2735-9494-CA93D9E4B0B2}"/>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F44D2603-7F27-DFC9-C6E7-EE2E51AF8ADD}"/>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21258DE8-B7BE-06EF-BDFB-D491A149E3F0}"/>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212E761C-E340-6555-E9E0-8CFCADB0DC8B}"/>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6" name="عنصر نائب للتذييل 5">
            <a:extLst>
              <a:ext uri="{FF2B5EF4-FFF2-40B4-BE49-F238E27FC236}">
                <a16:creationId xmlns:a16="http://schemas.microsoft.com/office/drawing/2014/main" id="{F1D8A38B-B4E9-AC95-778C-16F984D4BA2C}"/>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D1D11149-A7AB-2E7D-3AFB-3D5DB13C5237}"/>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3444145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BDF9950-29F5-7864-E26B-2064498B1230}"/>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F022A3F5-5664-97AF-E511-13E738041B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3F2364AA-63CB-68C3-8080-8B95F1A57B12}"/>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0529B1BD-D8D7-EAED-235A-2B6E51B059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158E1773-0EA0-3B93-826E-3B975BD7BA3D}"/>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94679D1E-8F5C-A8D7-8418-EE6583CC4CCF}"/>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8" name="عنصر نائب للتذييل 7">
            <a:extLst>
              <a:ext uri="{FF2B5EF4-FFF2-40B4-BE49-F238E27FC236}">
                <a16:creationId xmlns:a16="http://schemas.microsoft.com/office/drawing/2014/main" id="{AFCC5AA9-21C8-1C87-349E-218F7C39E223}"/>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4D7CD8B4-B09F-58F4-F6B3-98B64B18275A}"/>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2409433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D75DCC8-F935-0937-743E-6C5707BF6917}"/>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33A53FBC-E328-DD5D-EDEA-2ECB43FF48C8}"/>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4" name="عنصر نائب للتذييل 3">
            <a:extLst>
              <a:ext uri="{FF2B5EF4-FFF2-40B4-BE49-F238E27FC236}">
                <a16:creationId xmlns:a16="http://schemas.microsoft.com/office/drawing/2014/main" id="{33ADD67B-FC60-405B-676D-CE4D9AE9E2B8}"/>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2E6601D7-C33C-11B7-7B8D-2F2AB0A09D21}"/>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4095978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2FA8EEF1-0D59-9AF2-891E-0835E7CA46E9}"/>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3" name="عنصر نائب للتذييل 2">
            <a:extLst>
              <a:ext uri="{FF2B5EF4-FFF2-40B4-BE49-F238E27FC236}">
                <a16:creationId xmlns:a16="http://schemas.microsoft.com/office/drawing/2014/main" id="{96A8D651-A911-B8AE-08F0-98C53C47DE48}"/>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05AC8A35-F026-AE24-0141-7A47F0046781}"/>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42332957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4342712-8D2E-2D8F-43BB-E6519FD7D19B}"/>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D8C9BFC4-1098-B376-F55C-815B00327A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C3FE2978-6A73-A175-8780-344EEA1774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DFBC4B8B-C9FA-5046-ACB5-658BF29F440D}"/>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6" name="عنصر نائب للتذييل 5">
            <a:extLst>
              <a:ext uri="{FF2B5EF4-FFF2-40B4-BE49-F238E27FC236}">
                <a16:creationId xmlns:a16="http://schemas.microsoft.com/office/drawing/2014/main" id="{F4CB8163-9392-6E57-02CD-163DFC3BD8A6}"/>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138A8AAB-1806-4986-5430-1DFF109EE961}"/>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12220938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1CCA81F5-6617-A2DF-FCFE-B1E75939C2A9}"/>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4C439739-C643-2BA8-ADF0-DD0915B86C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CFF34857-0BDD-672F-9B75-FC6E99441C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9CFD6EA4-1415-7A73-DEFA-4E596CBBDA56}"/>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6" name="عنصر نائب للتذييل 5">
            <a:extLst>
              <a:ext uri="{FF2B5EF4-FFF2-40B4-BE49-F238E27FC236}">
                <a16:creationId xmlns:a16="http://schemas.microsoft.com/office/drawing/2014/main" id="{D9B9C3B5-D462-117C-6DCD-B0BFFB5B6D7A}"/>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BA74E3BA-78EB-3CB1-63DE-1ADBC20F3690}"/>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1042658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5478E599-EA21-40A3-DBB8-870941FD489C}"/>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A068D3BC-B1E9-E982-DBA9-C2D20125A54D}"/>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1083E2F1-5E35-1A46-75CC-22649D4D351C}"/>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5" name="عنصر نائب للتذييل 4">
            <a:extLst>
              <a:ext uri="{FF2B5EF4-FFF2-40B4-BE49-F238E27FC236}">
                <a16:creationId xmlns:a16="http://schemas.microsoft.com/office/drawing/2014/main" id="{F5E4DEB2-3BA5-5A2B-4AEE-5503B052E671}"/>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FC2AB44F-5DBA-11D1-D180-B6661914C7BA}"/>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1693787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C9A1BE7C-4848-1E43-8DBF-6784CD0A5387}"/>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53CF8F63-4508-956D-ABA7-F80130FCD162}"/>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C954591F-31B8-4B6F-739C-C47DBD1329D0}"/>
              </a:ext>
            </a:extLst>
          </p:cNvPr>
          <p:cNvSpPr>
            <a:spLocks noGrp="1"/>
          </p:cNvSpPr>
          <p:nvPr>
            <p:ph type="dt" sz="half" idx="10"/>
          </p:nvPr>
        </p:nvSpPr>
        <p:spPr/>
        <p:txBody>
          <a:bodyPr/>
          <a:lstStyle/>
          <a:p>
            <a:fld id="{C744805C-7084-476B-9429-1BF68FA2C4E4}" type="datetimeFigureOut">
              <a:rPr lang="ar-SA" smtClean="0"/>
              <a:t>29/05/46</a:t>
            </a:fld>
            <a:endParaRPr lang="ar-SA"/>
          </a:p>
        </p:txBody>
      </p:sp>
      <p:sp>
        <p:nvSpPr>
          <p:cNvPr id="5" name="عنصر نائب للتذييل 4">
            <a:extLst>
              <a:ext uri="{FF2B5EF4-FFF2-40B4-BE49-F238E27FC236}">
                <a16:creationId xmlns:a16="http://schemas.microsoft.com/office/drawing/2014/main" id="{18B2EF35-6CBF-A921-2011-C36E9A180E7B}"/>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E2FA152-EA12-CDE2-E53D-72474D530ED1}"/>
              </a:ext>
            </a:extLst>
          </p:cNvPr>
          <p:cNvSpPr>
            <a:spLocks noGrp="1"/>
          </p:cNvSpPr>
          <p:nvPr>
            <p:ph type="sldNum" sz="quarter" idx="12"/>
          </p:nvPr>
        </p:nvSpPr>
        <p:spPr/>
        <p:txBody>
          <a:bodyPr/>
          <a:lstStyle/>
          <a:p>
            <a:fld id="{CC8EEC79-FF11-469B-B4FF-A84AAF13D0F3}" type="slidenum">
              <a:rPr lang="ar-SA" smtClean="0"/>
              <a:t>‹#›</a:t>
            </a:fld>
            <a:endParaRPr lang="ar-SA"/>
          </a:p>
        </p:txBody>
      </p:sp>
    </p:spTree>
    <p:extLst>
      <p:ext uri="{BB962C8B-B14F-4D97-AF65-F5344CB8AC3E}">
        <p14:creationId xmlns:p14="http://schemas.microsoft.com/office/powerpoint/2010/main" val="28004048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D4A4EB41-70BD-AB14-9962-24966CE29DF1}"/>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DDF3245-42E9-64FB-B07C-85BCE6A3D6A6}"/>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3DC30D1A-68D2-9AC1-C4A4-424F41542A00}"/>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82000"/>
                  </a:schemeClr>
                </a:solidFill>
              </a:defRPr>
            </a:lvl1pPr>
          </a:lstStyle>
          <a:p>
            <a:fld id="{C744805C-7084-476B-9429-1BF68FA2C4E4}" type="datetimeFigureOut">
              <a:rPr lang="ar-SA" smtClean="0"/>
              <a:t>29/05/46</a:t>
            </a:fld>
            <a:endParaRPr lang="ar-SA"/>
          </a:p>
        </p:txBody>
      </p:sp>
      <p:sp>
        <p:nvSpPr>
          <p:cNvPr id="5" name="عنصر نائب للتذييل 4">
            <a:extLst>
              <a:ext uri="{FF2B5EF4-FFF2-40B4-BE49-F238E27FC236}">
                <a16:creationId xmlns:a16="http://schemas.microsoft.com/office/drawing/2014/main" id="{314B22CA-A040-21B9-1FD4-6B9DE30D8D7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82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41CF3D23-50A2-3FD9-84BE-7FBEF02CA8EA}"/>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82000"/>
                  </a:schemeClr>
                </a:solidFill>
              </a:defRPr>
            </a:lvl1pPr>
          </a:lstStyle>
          <a:p>
            <a:fld id="{CC8EEC79-FF11-469B-B4FF-A84AAF13D0F3}" type="slidenum">
              <a:rPr lang="ar-SA" smtClean="0"/>
              <a:t>‹#›</a:t>
            </a:fld>
            <a:endParaRPr lang="ar-SA"/>
          </a:p>
        </p:txBody>
      </p:sp>
    </p:spTree>
    <p:extLst>
      <p:ext uri="{BB962C8B-B14F-4D97-AF65-F5344CB8AC3E}">
        <p14:creationId xmlns:p14="http://schemas.microsoft.com/office/powerpoint/2010/main" val="10415889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ev.mysql.com/doc/refman/8.0/en/encryption-functions.html#function_aes-encrypt" TargetMode="External"/><Relationship Id="rId2" Type="http://schemas.openxmlformats.org/officeDocument/2006/relationships/image" Target="../media/image13.jpg"/><Relationship Id="rId1" Type="http://schemas.openxmlformats.org/officeDocument/2006/relationships/slideLayout" Target="../slideLayouts/slideLayout2.xml"/><Relationship Id="rId5" Type="http://schemas.openxmlformats.org/officeDocument/2006/relationships/hyperlink" Target="https://learn.microsoft.com/en-us/sql/t-sql/functions/hashbytes-transact-sql" TargetMode="External"/><Relationship Id="rId4" Type="http://schemas.openxmlformats.org/officeDocument/2006/relationships/hyperlink" Target="https://dev.mysql.com/doc/refman/8.0/en/encryption-functions.html#function_sha2"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3000" b="-83000"/>
          </a:stretch>
        </a:blipFill>
        <a:effectLst/>
      </p:bgPr>
    </p:bg>
    <p:spTree>
      <p:nvGrpSpPr>
        <p:cNvPr id="1" name=""/>
        <p:cNvGrpSpPr/>
        <p:nvPr/>
      </p:nvGrpSpPr>
      <p:grpSpPr>
        <a:xfrm>
          <a:off x="0" y="0"/>
          <a:ext cx="0" cy="0"/>
          <a:chOff x="0" y="0"/>
          <a:chExt cx="0" cy="0"/>
        </a:xfrm>
      </p:grpSpPr>
      <p:sp>
        <p:nvSpPr>
          <p:cNvPr id="13" name="Freeform: Shape 8">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4421332"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0">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232227"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عنوان 1">
            <a:extLst>
              <a:ext uri="{FF2B5EF4-FFF2-40B4-BE49-F238E27FC236}">
                <a16:creationId xmlns:a16="http://schemas.microsoft.com/office/drawing/2014/main" id="{36CBD7AA-6591-9E82-C794-1C83483D5A8B}"/>
              </a:ext>
            </a:extLst>
          </p:cNvPr>
          <p:cNvSpPr>
            <a:spLocks noGrp="1"/>
          </p:cNvSpPr>
          <p:nvPr>
            <p:ph type="ctrTitle"/>
          </p:nvPr>
        </p:nvSpPr>
        <p:spPr>
          <a:xfrm>
            <a:off x="316992" y="1819878"/>
            <a:ext cx="3915236" cy="2127124"/>
          </a:xfrm>
        </p:spPr>
        <p:txBody>
          <a:bodyPr vert="horz" lIns="91440" tIns="45720" rIns="91440" bIns="45720" rtlCol="0" anchor="t">
            <a:noAutofit/>
          </a:bodyPr>
          <a:lstStyle/>
          <a:p>
            <a:pPr algn="l" rtl="0"/>
            <a:r>
              <a:rPr lang="en-US" kern="1200" dirty="0">
                <a:solidFill>
                  <a:schemeClr val="bg1"/>
                </a:solidFill>
                <a:latin typeface="Batang" panose="02030600000101010101" pitchFamily="18" charset="-127"/>
                <a:ea typeface="Batang" panose="02030600000101010101" pitchFamily="18" charset="-127"/>
              </a:rPr>
              <a:t>Skin Care </a:t>
            </a:r>
            <a:br>
              <a:rPr lang="en-US" kern="1200" dirty="0">
                <a:solidFill>
                  <a:schemeClr val="bg1"/>
                </a:solidFill>
                <a:latin typeface="Batang" panose="02030600000101010101" pitchFamily="18" charset="-127"/>
                <a:ea typeface="Batang" panose="02030600000101010101" pitchFamily="18" charset="-127"/>
              </a:rPr>
            </a:br>
            <a:r>
              <a:rPr lang="en-US" kern="1200" dirty="0">
                <a:solidFill>
                  <a:schemeClr val="bg1"/>
                </a:solidFill>
                <a:latin typeface="Batang" panose="02030600000101010101" pitchFamily="18" charset="-127"/>
                <a:ea typeface="Batang" panose="02030600000101010101" pitchFamily="18" charset="-127"/>
              </a:rPr>
              <a:t>Database</a:t>
            </a:r>
          </a:p>
        </p:txBody>
      </p:sp>
      <p:sp>
        <p:nvSpPr>
          <p:cNvPr id="3" name="عنوان فرعي 2">
            <a:extLst>
              <a:ext uri="{FF2B5EF4-FFF2-40B4-BE49-F238E27FC236}">
                <a16:creationId xmlns:a16="http://schemas.microsoft.com/office/drawing/2014/main" id="{B61E3A9B-456D-AAEA-53D4-1F320FF68180}"/>
              </a:ext>
            </a:extLst>
          </p:cNvPr>
          <p:cNvSpPr>
            <a:spLocks noGrp="1"/>
          </p:cNvSpPr>
          <p:nvPr>
            <p:ph type="subTitle" idx="1"/>
          </p:nvPr>
        </p:nvSpPr>
        <p:spPr>
          <a:xfrm>
            <a:off x="126764" y="3676119"/>
            <a:ext cx="2926080" cy="1732280"/>
          </a:xfrm>
        </p:spPr>
        <p:txBody>
          <a:bodyPr vert="horz" lIns="91440" tIns="45720" rIns="91440" bIns="45720" rtlCol="0">
            <a:normAutofit/>
          </a:bodyPr>
          <a:lstStyle/>
          <a:p>
            <a:pPr rtl="0"/>
            <a:r>
              <a:rPr lang="en-US" sz="1600" dirty="0">
                <a:solidFill>
                  <a:schemeClr val="bg1"/>
                </a:solidFill>
              </a:rPr>
              <a:t>DB Administration and Security ISEC-325</a:t>
            </a:r>
          </a:p>
          <a:p>
            <a:pPr rtl="0"/>
            <a:r>
              <a:rPr lang="en-US" sz="1600" dirty="0">
                <a:solidFill>
                  <a:schemeClr val="bg1"/>
                </a:solidFill>
              </a:rPr>
              <a:t> Supervised by:</a:t>
            </a:r>
          </a:p>
          <a:p>
            <a:pPr rtl="0"/>
            <a:r>
              <a:rPr lang="en-US" sz="1600" dirty="0">
                <a:solidFill>
                  <a:schemeClr val="bg1"/>
                </a:solidFill>
              </a:rPr>
              <a:t>Dr. </a:t>
            </a:r>
            <a:r>
              <a:rPr lang="en-US" sz="1600" dirty="0" err="1">
                <a:solidFill>
                  <a:schemeClr val="bg1"/>
                </a:solidFill>
              </a:rPr>
              <a:t>Nadiah</a:t>
            </a:r>
            <a:r>
              <a:rPr lang="en-US" sz="1600" dirty="0">
                <a:solidFill>
                  <a:schemeClr val="bg1"/>
                </a:solidFill>
              </a:rPr>
              <a:t> </a:t>
            </a:r>
            <a:r>
              <a:rPr lang="en-US" sz="1600" dirty="0" err="1">
                <a:solidFill>
                  <a:schemeClr val="bg1"/>
                </a:solidFill>
              </a:rPr>
              <a:t>Fiad</a:t>
            </a:r>
            <a:r>
              <a:rPr lang="en-US" sz="1600" dirty="0">
                <a:solidFill>
                  <a:schemeClr val="bg1"/>
                </a:solidFill>
              </a:rPr>
              <a:t> </a:t>
            </a:r>
            <a:r>
              <a:rPr lang="en-US" sz="1600" dirty="0" err="1">
                <a:solidFill>
                  <a:schemeClr val="bg1"/>
                </a:solidFill>
              </a:rPr>
              <a:t>Alnomasy</a:t>
            </a:r>
            <a:endParaRPr lang="en-US" sz="1600" dirty="0">
              <a:solidFill>
                <a:schemeClr val="bg1"/>
              </a:solidFill>
            </a:endParaRPr>
          </a:p>
          <a:p>
            <a:pPr rtl="0"/>
            <a:r>
              <a:rPr lang="en-US" sz="1600" dirty="0">
                <a:solidFill>
                  <a:schemeClr val="bg1"/>
                </a:solidFill>
              </a:rPr>
              <a:t>Submission Date: 30 Nov, 2024</a:t>
            </a:r>
          </a:p>
          <a:p>
            <a:pPr indent="-228600" rtl="0">
              <a:buFont typeface="Arial" panose="020B0604020202020204" pitchFamily="34" charset="0"/>
              <a:buChar char="•"/>
            </a:pPr>
            <a:endParaRPr lang="en-US" sz="2000" dirty="0"/>
          </a:p>
          <a:p>
            <a:pPr indent="-228600" rtl="0">
              <a:buFont typeface="Arial" panose="020B0604020202020204" pitchFamily="34" charset="0"/>
              <a:buChar char="•"/>
            </a:pPr>
            <a:endParaRPr lang="en-US" sz="2000" dirty="0"/>
          </a:p>
        </p:txBody>
      </p:sp>
      <p:sp>
        <p:nvSpPr>
          <p:cNvPr id="4" name="مربع نص 3">
            <a:extLst>
              <a:ext uri="{FF2B5EF4-FFF2-40B4-BE49-F238E27FC236}">
                <a16:creationId xmlns:a16="http://schemas.microsoft.com/office/drawing/2014/main" id="{8CAC8024-5759-9D21-520A-F558B99AF213}"/>
              </a:ext>
            </a:extLst>
          </p:cNvPr>
          <p:cNvSpPr txBox="1"/>
          <p:nvPr/>
        </p:nvSpPr>
        <p:spPr>
          <a:xfrm>
            <a:off x="3831078" y="4730876"/>
            <a:ext cx="4529844" cy="1752352"/>
          </a:xfrm>
          <a:prstGeom prst="rect">
            <a:avLst/>
          </a:prstGeom>
        </p:spPr>
        <p:txBody>
          <a:bodyPr vert="horz" lIns="91440" tIns="45720" rIns="91440" bIns="45720" rtlCol="0">
            <a:normAutofit lnSpcReduction="10000"/>
          </a:bodyPr>
          <a:lstStyle/>
          <a:p>
            <a:pPr algn="ctr" rtl="0">
              <a:lnSpc>
                <a:spcPct val="90000"/>
              </a:lnSpc>
              <a:spcAft>
                <a:spcPts val="600"/>
              </a:spcAft>
            </a:pPr>
            <a:r>
              <a:rPr lang="en-US" sz="2000" b="1" dirty="0">
                <a:solidFill>
                  <a:schemeClr val="bg1"/>
                </a:solidFill>
              </a:rPr>
              <a:t>Group </a:t>
            </a:r>
            <a:r>
              <a:rPr lang="en-US" sz="2000" b="1">
                <a:solidFill>
                  <a:schemeClr val="bg1"/>
                </a:solidFill>
              </a:rPr>
              <a:t>number : 7</a:t>
            </a:r>
            <a:endParaRPr lang="en-US" sz="2000" b="1" dirty="0">
              <a:solidFill>
                <a:schemeClr val="bg1"/>
              </a:solidFill>
            </a:endParaRPr>
          </a:p>
          <a:p>
            <a:pPr algn="ctr" rtl="0">
              <a:lnSpc>
                <a:spcPct val="90000"/>
              </a:lnSpc>
              <a:spcAft>
                <a:spcPts val="600"/>
              </a:spcAft>
            </a:pPr>
            <a:r>
              <a:rPr lang="en-US" sz="2000" b="1" dirty="0">
                <a:solidFill>
                  <a:schemeClr val="bg1"/>
                </a:solidFill>
              </a:rPr>
              <a:t>Section: 351</a:t>
            </a:r>
          </a:p>
          <a:p>
            <a:pPr algn="ctr" rtl="0">
              <a:lnSpc>
                <a:spcPct val="90000"/>
              </a:lnSpc>
              <a:spcAft>
                <a:spcPts val="600"/>
              </a:spcAft>
            </a:pPr>
            <a:r>
              <a:rPr lang="en-US" sz="2000" b="1" dirty="0" err="1">
                <a:solidFill>
                  <a:schemeClr val="bg1"/>
                </a:solidFill>
              </a:rPr>
              <a:t>Thekra</a:t>
            </a:r>
            <a:r>
              <a:rPr lang="en-US" sz="2000" b="1" dirty="0">
                <a:solidFill>
                  <a:schemeClr val="bg1"/>
                </a:solidFill>
              </a:rPr>
              <a:t> Yousef </a:t>
            </a:r>
            <a:r>
              <a:rPr lang="en-US" sz="2000" b="1" dirty="0" err="1">
                <a:solidFill>
                  <a:schemeClr val="bg1"/>
                </a:solidFill>
              </a:rPr>
              <a:t>Alslhani</a:t>
            </a:r>
            <a:r>
              <a:rPr lang="en-US" sz="2000" b="1" dirty="0">
                <a:solidFill>
                  <a:schemeClr val="bg1"/>
                </a:solidFill>
              </a:rPr>
              <a:t> 202200150</a:t>
            </a:r>
          </a:p>
          <a:p>
            <a:pPr algn="ctr" rtl="0">
              <a:lnSpc>
                <a:spcPct val="90000"/>
              </a:lnSpc>
              <a:spcAft>
                <a:spcPts val="600"/>
              </a:spcAft>
            </a:pPr>
            <a:r>
              <a:rPr lang="en-US" sz="2000" b="1" dirty="0">
                <a:solidFill>
                  <a:schemeClr val="bg1"/>
                </a:solidFill>
              </a:rPr>
              <a:t>Raneem Bander </a:t>
            </a:r>
            <a:r>
              <a:rPr lang="en-US" sz="2000" b="1" dirty="0" err="1">
                <a:solidFill>
                  <a:schemeClr val="bg1"/>
                </a:solidFill>
              </a:rPr>
              <a:t>Alhathal</a:t>
            </a:r>
            <a:r>
              <a:rPr lang="en-US" sz="2000" b="1" dirty="0">
                <a:solidFill>
                  <a:schemeClr val="bg1"/>
                </a:solidFill>
              </a:rPr>
              <a:t> 202206908</a:t>
            </a:r>
          </a:p>
          <a:p>
            <a:pPr algn="ctr" rtl="0">
              <a:lnSpc>
                <a:spcPct val="90000"/>
              </a:lnSpc>
              <a:spcAft>
                <a:spcPts val="600"/>
              </a:spcAft>
            </a:pPr>
            <a:r>
              <a:rPr lang="en-US" sz="2000" b="1" dirty="0">
                <a:solidFill>
                  <a:schemeClr val="bg1"/>
                </a:solidFill>
              </a:rPr>
              <a:t>Bayan Ibrahim </a:t>
            </a:r>
            <a:r>
              <a:rPr lang="en-US" sz="2000" b="1" dirty="0" err="1">
                <a:solidFill>
                  <a:schemeClr val="bg1"/>
                </a:solidFill>
              </a:rPr>
              <a:t>Altamimi</a:t>
            </a:r>
            <a:r>
              <a:rPr lang="en-US" sz="2000" b="1" dirty="0">
                <a:solidFill>
                  <a:schemeClr val="bg1"/>
                </a:solidFill>
              </a:rPr>
              <a:t>  202204698</a:t>
            </a:r>
          </a:p>
          <a:p>
            <a:pPr indent="-228600" algn="l" rtl="0">
              <a:lnSpc>
                <a:spcPct val="90000"/>
              </a:lnSpc>
              <a:spcAft>
                <a:spcPts val="600"/>
              </a:spcAft>
              <a:buFont typeface="Arial" panose="020B0604020202020204" pitchFamily="34" charset="0"/>
              <a:buChar char="•"/>
            </a:pPr>
            <a:endParaRPr lang="en-US" sz="2000" dirty="0"/>
          </a:p>
        </p:txBody>
      </p:sp>
      <p:pic>
        <p:nvPicPr>
          <p:cNvPr id="6" name="صورة 5" descr="صورة تحتوي على شعار, رمز, الخط, نص&#10;&#10;تم إنشاء الوصف تلقائياً">
            <a:extLst>
              <a:ext uri="{FF2B5EF4-FFF2-40B4-BE49-F238E27FC236}">
                <a16:creationId xmlns:a16="http://schemas.microsoft.com/office/drawing/2014/main" id="{66D3C0B8-7DA8-C017-CB88-E8D9E977C0F4}"/>
              </a:ext>
            </a:extLst>
          </p:cNvPr>
          <p:cNvPicPr>
            <a:picLocks noChangeAspect="1"/>
          </p:cNvPicPr>
          <p:nvPr/>
        </p:nvPicPr>
        <p:blipFill>
          <a:blip r:embed="rId3">
            <a:extLst>
              <a:ext uri="{28A0092B-C50C-407E-A947-70E740481C1C}">
                <a14:useLocalDpi xmlns:a14="http://schemas.microsoft.com/office/drawing/2010/main" val="0"/>
              </a:ext>
            </a:extLst>
          </a:blip>
          <a:srcRect l="19312" t="5510" r="19993" b="9406"/>
          <a:stretch/>
        </p:blipFill>
        <p:spPr>
          <a:xfrm>
            <a:off x="1327355" y="106300"/>
            <a:ext cx="1258530" cy="1764258"/>
          </a:xfrm>
          <a:prstGeom prst="rect">
            <a:avLst/>
          </a:prstGeom>
        </p:spPr>
      </p:pic>
    </p:spTree>
    <p:extLst>
      <p:ext uri="{BB962C8B-B14F-4D97-AF65-F5344CB8AC3E}">
        <p14:creationId xmlns:p14="http://schemas.microsoft.com/office/powerpoint/2010/main" val="483017066"/>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B4D6F9D-9AD0-9B19-3B57-9F5BA5CEA203}"/>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AD2959D6-8AA8-4345-20F2-415D933EC326}"/>
              </a:ext>
            </a:extLst>
          </p:cNvPr>
          <p:cNvSpPr>
            <a:spLocks noGrp="1"/>
          </p:cNvSpPr>
          <p:nvPr>
            <p:ph type="title"/>
          </p:nvPr>
        </p:nvSpPr>
        <p:spPr>
          <a:xfrm>
            <a:off x="1986280" y="365125"/>
            <a:ext cx="9138920" cy="1325563"/>
          </a:xfrm>
        </p:spPr>
        <p:txBody>
          <a:bodyPr>
            <a:normAutofit/>
          </a:bodyPr>
          <a:lstStyle/>
          <a:p>
            <a:pPr algn="l"/>
            <a:r>
              <a:rPr lang="en-US" sz="6000" b="1" dirty="0">
                <a:latin typeface="Aptos Narrow" panose="020B0004020202020204" pitchFamily="34" charset="0"/>
              </a:rPr>
              <a:t>Table of Contents:</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B002F9E3-4B7A-1F6B-E490-8FDB7364DE46}"/>
              </a:ext>
            </a:extLst>
          </p:cNvPr>
          <p:cNvSpPr>
            <a:spLocks noGrp="1"/>
          </p:cNvSpPr>
          <p:nvPr>
            <p:ph idx="1"/>
          </p:nvPr>
        </p:nvSpPr>
        <p:spPr>
          <a:xfrm>
            <a:off x="2214880" y="1500505"/>
            <a:ext cx="8681720" cy="4351338"/>
          </a:xfrm>
        </p:spPr>
        <p:txBody>
          <a:bodyPr>
            <a:normAutofit/>
          </a:bodyPr>
          <a:lstStyle/>
          <a:p>
            <a:pPr marL="0" indent="0" algn="l">
              <a:buNone/>
            </a:pPr>
            <a:r>
              <a:rPr lang="en-US" sz="4400" dirty="0">
                <a:latin typeface="Abadi" panose="020B0604020104020204" pitchFamily="34" charset="0"/>
              </a:rPr>
              <a:t>Introduction: </a:t>
            </a:r>
          </a:p>
          <a:p>
            <a:pPr marL="0" indent="0" algn="l">
              <a:buNone/>
            </a:pPr>
            <a:r>
              <a:rPr lang="en-US" sz="4400" dirty="0">
                <a:latin typeface="Abadi" panose="020B0604020104020204" pitchFamily="34" charset="0"/>
              </a:rPr>
              <a:t>Code: </a:t>
            </a:r>
          </a:p>
          <a:p>
            <a:pPr marL="0" indent="0" algn="l">
              <a:buNone/>
            </a:pPr>
            <a:r>
              <a:rPr lang="en-US" sz="4400" dirty="0">
                <a:latin typeface="Abadi" panose="020B0604020104020204" pitchFamily="34" charset="0"/>
              </a:rPr>
              <a:t>Code Explanation:</a:t>
            </a:r>
          </a:p>
          <a:p>
            <a:pPr marL="0" indent="0" algn="l">
              <a:buNone/>
            </a:pPr>
            <a:r>
              <a:rPr lang="en-US" sz="4400" dirty="0">
                <a:latin typeface="Abadi" panose="020B0604020104020204" pitchFamily="34" charset="0"/>
              </a:rPr>
              <a:t>Output:</a:t>
            </a:r>
          </a:p>
          <a:p>
            <a:pPr marL="0" indent="0" algn="l">
              <a:buNone/>
            </a:pPr>
            <a:r>
              <a:rPr lang="en-US" sz="4400" dirty="0">
                <a:latin typeface="Abadi" panose="020B0604020104020204" pitchFamily="34" charset="0"/>
              </a:rPr>
              <a:t>References:</a:t>
            </a:r>
          </a:p>
          <a:p>
            <a:endParaRPr lang="ar-SA" dirty="0"/>
          </a:p>
        </p:txBody>
      </p:sp>
    </p:spTree>
    <p:extLst>
      <p:ext uri="{BB962C8B-B14F-4D97-AF65-F5344CB8AC3E}">
        <p14:creationId xmlns:p14="http://schemas.microsoft.com/office/powerpoint/2010/main" val="189203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D1FC1B9-C389-CEAF-7800-D6F70802888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59D1AC82-E54D-DF73-CF3A-B1C2A14EC957}"/>
              </a:ext>
            </a:extLst>
          </p:cNvPr>
          <p:cNvSpPr>
            <a:spLocks noGrp="1"/>
          </p:cNvSpPr>
          <p:nvPr>
            <p:ph type="title"/>
          </p:nvPr>
        </p:nvSpPr>
        <p:spPr>
          <a:xfrm>
            <a:off x="1882140" y="354965"/>
            <a:ext cx="8427720" cy="1325563"/>
          </a:xfrm>
        </p:spPr>
        <p:txBody>
          <a:bodyPr>
            <a:normAutofit/>
          </a:bodyPr>
          <a:lstStyle/>
          <a:p>
            <a:pPr algn="l"/>
            <a:r>
              <a:rPr lang="en-US" sz="6000" b="1" dirty="0">
                <a:latin typeface="Aptos Narrow" panose="020B0004020202020204" pitchFamily="34" charset="0"/>
              </a:rPr>
              <a:t>Introduction:</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02A357F2-0CB5-DB1E-08FA-5DA00E2684ED}"/>
              </a:ext>
            </a:extLst>
          </p:cNvPr>
          <p:cNvSpPr>
            <a:spLocks noGrp="1"/>
          </p:cNvSpPr>
          <p:nvPr>
            <p:ph idx="1"/>
          </p:nvPr>
        </p:nvSpPr>
        <p:spPr>
          <a:xfrm>
            <a:off x="838200" y="2027237"/>
            <a:ext cx="10515600" cy="2397279"/>
          </a:xfrm>
        </p:spPr>
        <p:txBody>
          <a:bodyPr>
            <a:normAutofit/>
          </a:bodyPr>
          <a:lstStyle/>
          <a:p>
            <a:pPr marL="0" indent="0" algn="ctr">
              <a:buNone/>
            </a:pPr>
            <a:r>
              <a:rPr lang="en-US" dirty="0"/>
              <a:t>The current generation of people is more conscious about their health, including having a regular skincare routine. </a:t>
            </a:r>
          </a:p>
          <a:p>
            <a:pPr marL="0" indent="0" algn="ctr">
              <a:buNone/>
            </a:pPr>
            <a:r>
              <a:rPr lang="en-US" dirty="0"/>
              <a:t>A skincare routine keeps your skin clear, fresh, and healthy by removing dirt and oil, preventing acne, and reducing sunspots. </a:t>
            </a:r>
          </a:p>
          <a:p>
            <a:pPr marL="0" indent="0" algn="ctr">
              <a:buNone/>
            </a:pPr>
            <a:r>
              <a:rPr lang="en-US" dirty="0"/>
              <a:t>It's a simple way to maintain a youthful and radiant complexion.</a:t>
            </a:r>
            <a:endParaRPr lang="ar-SA" dirty="0"/>
          </a:p>
        </p:txBody>
      </p:sp>
    </p:spTree>
    <p:extLst>
      <p:ext uri="{BB962C8B-B14F-4D97-AF65-F5344CB8AC3E}">
        <p14:creationId xmlns:p14="http://schemas.microsoft.com/office/powerpoint/2010/main" val="23868876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D12558F-B58F-7FDA-7BDA-5F2CB070BA82}"/>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061FB55F-8E97-96CE-B354-3A47CE70B3FB}"/>
              </a:ext>
            </a:extLst>
          </p:cNvPr>
          <p:cNvSpPr>
            <a:spLocks noGrp="1"/>
          </p:cNvSpPr>
          <p:nvPr>
            <p:ph type="title"/>
          </p:nvPr>
        </p:nvSpPr>
        <p:spPr>
          <a:xfrm>
            <a:off x="1882140" y="354965"/>
            <a:ext cx="8427720" cy="1325563"/>
          </a:xfrm>
        </p:spPr>
        <p:txBody>
          <a:bodyPr>
            <a:normAutofit/>
          </a:bodyPr>
          <a:lstStyle/>
          <a:p>
            <a:pPr algn="l"/>
            <a:r>
              <a:rPr lang="en-US" sz="6000" b="1" dirty="0">
                <a:latin typeface="Aptos Narrow" panose="020B0004020202020204" pitchFamily="34" charset="0"/>
              </a:rPr>
              <a:t>Introduction:</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84213E82-178F-41CC-CB42-CF854E5C01DC}"/>
              </a:ext>
            </a:extLst>
          </p:cNvPr>
          <p:cNvSpPr>
            <a:spLocks noGrp="1"/>
          </p:cNvSpPr>
          <p:nvPr>
            <p:ph idx="1"/>
          </p:nvPr>
        </p:nvSpPr>
        <p:spPr>
          <a:xfrm>
            <a:off x="1122946" y="1680528"/>
            <a:ext cx="10342613" cy="3372735"/>
          </a:xfrm>
        </p:spPr>
        <p:txBody>
          <a:bodyPr>
            <a:normAutofit fontScale="92500" lnSpcReduction="10000"/>
          </a:bodyPr>
          <a:lstStyle/>
          <a:p>
            <a:pPr marL="0" indent="0" algn="ctr">
              <a:buNone/>
            </a:pPr>
            <a:r>
              <a:rPr lang="en-US" kern="100" dirty="0">
                <a:effectLst/>
                <a:latin typeface="Aptos" panose="020B0004020202020204" pitchFamily="34" charset="0"/>
                <a:ea typeface="Aptos" panose="020B0004020202020204" pitchFamily="34" charset="0"/>
                <a:cs typeface="Arial" panose="020B0604020202020204" pitchFamily="34" charset="0"/>
              </a:rPr>
              <a:t>This project is dedicated to securing and managing a database for a medium-sized skin care company, focusing on protecting sensitive employee information. The database will store critical data such as employee numbers, salaries, emails, and birth dates. Through the implementation of access control mechanisms, encryption techniques, and role-based permissions, the project ensures the confidentiality and integrity of this sensitive information. The documentation details the process of database creation, role assignment, data encryption, and security testing to meet best practices in database administration and security.</a:t>
            </a:r>
            <a:r>
              <a:rPr lang="ar-SA" sz="1800" kern="100" dirty="0">
                <a:effectLst/>
                <a:latin typeface="Aptos" panose="020B0004020202020204" pitchFamily="34" charset="0"/>
                <a:ea typeface="Aptos" panose="020B0004020202020204" pitchFamily="34" charset="0"/>
                <a:cs typeface="Arial" panose="020B0604020202020204" pitchFamily="34" charset="0"/>
              </a:rPr>
              <a:t>.</a:t>
            </a:r>
            <a:endParaRPr lang="ar-SA" dirty="0"/>
          </a:p>
        </p:txBody>
      </p:sp>
    </p:spTree>
    <p:extLst>
      <p:ext uri="{BB962C8B-B14F-4D97-AF65-F5344CB8AC3E}">
        <p14:creationId xmlns:p14="http://schemas.microsoft.com/office/powerpoint/2010/main" val="3749333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3000" b="-83000"/>
          </a:stretch>
        </a:blipFill>
        <a:effectLst/>
      </p:bgPr>
    </p:bg>
    <p:spTree>
      <p:nvGrpSpPr>
        <p:cNvPr id="1" name="">
          <a:extLst>
            <a:ext uri="{FF2B5EF4-FFF2-40B4-BE49-F238E27FC236}">
              <a16:creationId xmlns:a16="http://schemas.microsoft.com/office/drawing/2014/main" id="{5FC498F7-1614-0F58-4041-20A956CF427E}"/>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9F939FC4-2C52-7874-9510-8CABC775BDD2}"/>
              </a:ext>
            </a:extLst>
          </p:cNvPr>
          <p:cNvSpPr>
            <a:spLocks noGrp="1"/>
          </p:cNvSpPr>
          <p:nvPr>
            <p:ph type="title"/>
          </p:nvPr>
        </p:nvSpPr>
        <p:spPr/>
        <p:txBody>
          <a:bodyPr>
            <a:normAutofit/>
          </a:bodyPr>
          <a:lstStyle/>
          <a:p>
            <a:pPr algn="l"/>
            <a:r>
              <a:rPr lang="en-US" sz="6000" b="1" dirty="0">
                <a:latin typeface="Aptos Narrow" panose="020B0004020202020204" pitchFamily="34" charset="0"/>
              </a:rPr>
              <a:t>Command :</a:t>
            </a:r>
            <a:endParaRPr lang="ar-SA" sz="6000" b="1" dirty="0">
              <a:latin typeface="Aptos Narrow" panose="020B0004020202020204" pitchFamily="34" charset="0"/>
              <a:ea typeface="Yu Gothic UI Semibold" panose="020B0700000000000000" pitchFamily="34" charset="-128"/>
            </a:endParaRPr>
          </a:p>
        </p:txBody>
      </p:sp>
      <p:pic>
        <p:nvPicPr>
          <p:cNvPr id="19" name="عنصر نائب للمحتوى 18" descr="صورة تحتوي على نص, لقطة شاشة, برمجيات, برامج الوسائط المتعددة&#10;&#10;تم إنشاء الوصف تلقائياً">
            <a:extLst>
              <a:ext uri="{FF2B5EF4-FFF2-40B4-BE49-F238E27FC236}">
                <a16:creationId xmlns:a16="http://schemas.microsoft.com/office/drawing/2014/main" id="{7E9FC660-DEDD-70FD-F0BB-64CE153807D8}"/>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4350" b="5625"/>
          <a:stretch/>
        </p:blipFill>
        <p:spPr>
          <a:xfrm>
            <a:off x="887774" y="1381761"/>
            <a:ext cx="10466026" cy="5299914"/>
          </a:xfrm>
        </p:spPr>
      </p:pic>
    </p:spTree>
    <p:extLst>
      <p:ext uri="{BB962C8B-B14F-4D97-AF65-F5344CB8AC3E}">
        <p14:creationId xmlns:p14="http://schemas.microsoft.com/office/powerpoint/2010/main" val="9451857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3000" b="-83000"/>
          </a:stretch>
        </a:blipFill>
        <a:effectLst/>
      </p:bgPr>
    </p:bg>
    <p:spTree>
      <p:nvGrpSpPr>
        <p:cNvPr id="1" name="">
          <a:extLst>
            <a:ext uri="{FF2B5EF4-FFF2-40B4-BE49-F238E27FC236}">
              <a16:creationId xmlns:a16="http://schemas.microsoft.com/office/drawing/2014/main" id="{092A4316-3E1C-739C-BC41-2B5419C3ECE3}"/>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6E0CE494-C1B4-AA90-0ECF-0B1FD7AD5AF3}"/>
              </a:ext>
            </a:extLst>
          </p:cNvPr>
          <p:cNvSpPr>
            <a:spLocks noGrp="1"/>
          </p:cNvSpPr>
          <p:nvPr>
            <p:ph type="title"/>
          </p:nvPr>
        </p:nvSpPr>
        <p:spPr/>
        <p:txBody>
          <a:bodyPr>
            <a:normAutofit/>
          </a:bodyPr>
          <a:lstStyle/>
          <a:p>
            <a:pPr algn="l"/>
            <a:r>
              <a:rPr lang="en-US" sz="6000" b="1" dirty="0">
                <a:latin typeface="Aptos Narrow" panose="020B0004020202020204" pitchFamily="34" charset="0"/>
              </a:rPr>
              <a:t>Command :</a:t>
            </a:r>
            <a:endParaRPr lang="ar-SA" sz="6000" b="1" dirty="0">
              <a:latin typeface="Aptos Narrow" panose="020B0004020202020204" pitchFamily="34" charset="0"/>
              <a:ea typeface="Yu Gothic UI Semibold" panose="020B0700000000000000" pitchFamily="34" charset="-128"/>
            </a:endParaRPr>
          </a:p>
        </p:txBody>
      </p:sp>
      <p:pic>
        <p:nvPicPr>
          <p:cNvPr id="7" name="عنصر نائب للمحتوى 6" descr="صورة تحتوي على نص, لقطة شاشة, برمجيات, برامج الوسائط المتعددة&#10;&#10;تم إنشاء الوصف تلقائياً">
            <a:extLst>
              <a:ext uri="{FF2B5EF4-FFF2-40B4-BE49-F238E27FC236}">
                <a16:creationId xmlns:a16="http://schemas.microsoft.com/office/drawing/2014/main" id="{EAF3E0BD-F506-23D0-EFED-08C5401FF535}"/>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4129" b="8449"/>
          <a:stretch/>
        </p:blipFill>
        <p:spPr>
          <a:xfrm>
            <a:off x="838200" y="1351280"/>
            <a:ext cx="10765545" cy="5293995"/>
          </a:xfrm>
        </p:spPr>
      </p:pic>
    </p:spTree>
    <p:extLst>
      <p:ext uri="{BB962C8B-B14F-4D97-AF65-F5344CB8AC3E}">
        <p14:creationId xmlns:p14="http://schemas.microsoft.com/office/powerpoint/2010/main" val="259397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3000" b="-83000"/>
          </a:stretch>
        </a:blipFill>
        <a:effectLst/>
      </p:bgPr>
    </p:bg>
    <p:spTree>
      <p:nvGrpSpPr>
        <p:cNvPr id="1" name="">
          <a:extLst>
            <a:ext uri="{FF2B5EF4-FFF2-40B4-BE49-F238E27FC236}">
              <a16:creationId xmlns:a16="http://schemas.microsoft.com/office/drawing/2014/main" id="{2579905D-AB53-744A-84D3-0D9A6BF75993}"/>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DA251570-7878-91A9-8DCB-5A27536E079D}"/>
              </a:ext>
            </a:extLst>
          </p:cNvPr>
          <p:cNvSpPr>
            <a:spLocks noGrp="1"/>
          </p:cNvSpPr>
          <p:nvPr>
            <p:ph type="title"/>
          </p:nvPr>
        </p:nvSpPr>
        <p:spPr/>
        <p:txBody>
          <a:bodyPr>
            <a:normAutofit/>
          </a:bodyPr>
          <a:lstStyle/>
          <a:p>
            <a:pPr algn="l"/>
            <a:r>
              <a:rPr lang="en-US" sz="6000" b="1" dirty="0">
                <a:latin typeface="Aptos Narrow" panose="020B0004020202020204" pitchFamily="34" charset="0"/>
              </a:rPr>
              <a:t>Command :</a:t>
            </a:r>
            <a:endParaRPr lang="ar-SA" sz="6000" b="1" dirty="0">
              <a:latin typeface="Aptos Narrow" panose="020B0004020202020204" pitchFamily="34" charset="0"/>
              <a:ea typeface="Yu Gothic UI Semibold" panose="020B0700000000000000" pitchFamily="34" charset="-128"/>
            </a:endParaRPr>
          </a:p>
        </p:txBody>
      </p:sp>
      <p:pic>
        <p:nvPicPr>
          <p:cNvPr id="7" name="عنصر نائب للمحتوى 6">
            <a:extLst>
              <a:ext uri="{FF2B5EF4-FFF2-40B4-BE49-F238E27FC236}">
                <a16:creationId xmlns:a16="http://schemas.microsoft.com/office/drawing/2014/main" id="{D042C5AB-B854-BFBC-D5C4-E248B41302C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6289" b="6289"/>
          <a:stretch/>
        </p:blipFill>
        <p:spPr>
          <a:xfrm>
            <a:off x="838200" y="1351280"/>
            <a:ext cx="10765545" cy="5293995"/>
          </a:xfrm>
        </p:spPr>
      </p:pic>
    </p:spTree>
    <p:extLst>
      <p:ext uri="{BB962C8B-B14F-4D97-AF65-F5344CB8AC3E}">
        <p14:creationId xmlns:p14="http://schemas.microsoft.com/office/powerpoint/2010/main" val="2803108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3000" b="-83000"/>
          </a:stretch>
        </a:blipFill>
        <a:effectLst/>
      </p:bgPr>
    </p:bg>
    <p:spTree>
      <p:nvGrpSpPr>
        <p:cNvPr id="1" name="">
          <a:extLst>
            <a:ext uri="{FF2B5EF4-FFF2-40B4-BE49-F238E27FC236}">
              <a16:creationId xmlns:a16="http://schemas.microsoft.com/office/drawing/2014/main" id="{323A0107-158A-D9E0-46F6-F61A362306CA}"/>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D65DE7D2-4D13-A9FD-36B5-4C8A9A389985}"/>
              </a:ext>
            </a:extLst>
          </p:cNvPr>
          <p:cNvSpPr>
            <a:spLocks noGrp="1"/>
          </p:cNvSpPr>
          <p:nvPr>
            <p:ph type="title"/>
          </p:nvPr>
        </p:nvSpPr>
        <p:spPr/>
        <p:txBody>
          <a:bodyPr>
            <a:normAutofit/>
          </a:bodyPr>
          <a:lstStyle/>
          <a:p>
            <a:pPr algn="l"/>
            <a:r>
              <a:rPr lang="en-US" sz="6000" b="1" dirty="0">
                <a:latin typeface="Aptos Narrow" panose="020B0004020202020204" pitchFamily="34" charset="0"/>
              </a:rPr>
              <a:t>Command :</a:t>
            </a:r>
            <a:endParaRPr lang="ar-SA" sz="6000" b="1" dirty="0">
              <a:latin typeface="Aptos Narrow" panose="020B0004020202020204" pitchFamily="34" charset="0"/>
              <a:ea typeface="Yu Gothic UI Semibold" panose="020B0700000000000000" pitchFamily="34" charset="-128"/>
            </a:endParaRPr>
          </a:p>
        </p:txBody>
      </p:sp>
      <p:pic>
        <p:nvPicPr>
          <p:cNvPr id="11" name="عنصر نائب للمحتوى 10">
            <a:extLst>
              <a:ext uri="{FF2B5EF4-FFF2-40B4-BE49-F238E27FC236}">
                <a16:creationId xmlns:a16="http://schemas.microsoft.com/office/drawing/2014/main" id="{4C393E69-9264-77F6-6815-B8CDE2866BE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1448554"/>
            <a:ext cx="10515600" cy="1122759"/>
          </a:xfrm>
        </p:spPr>
      </p:pic>
      <p:pic>
        <p:nvPicPr>
          <p:cNvPr id="13" name="صورة 12" descr="صورة تحتوي على نص, لقطة شاشة&#10;&#10;تم إنشاء الوصف تلقائياً">
            <a:extLst>
              <a:ext uri="{FF2B5EF4-FFF2-40B4-BE49-F238E27FC236}">
                <a16:creationId xmlns:a16="http://schemas.microsoft.com/office/drawing/2014/main" id="{CC1BD05C-1236-FA56-9CFD-76F30FB660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505710"/>
            <a:ext cx="10515600" cy="3987165"/>
          </a:xfrm>
          <a:prstGeom prst="rect">
            <a:avLst/>
          </a:prstGeom>
        </p:spPr>
      </p:pic>
    </p:spTree>
    <p:extLst>
      <p:ext uri="{BB962C8B-B14F-4D97-AF65-F5344CB8AC3E}">
        <p14:creationId xmlns:p14="http://schemas.microsoft.com/office/powerpoint/2010/main" val="369860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83000" b="-83000"/>
          </a:stretch>
        </a:blipFill>
        <a:effectLst/>
      </p:bgPr>
    </p:bg>
    <p:spTree>
      <p:nvGrpSpPr>
        <p:cNvPr id="1" name="">
          <a:extLst>
            <a:ext uri="{FF2B5EF4-FFF2-40B4-BE49-F238E27FC236}">
              <a16:creationId xmlns:a16="http://schemas.microsoft.com/office/drawing/2014/main" id="{D9290592-87E3-F48A-8732-2D8EE874CB55}"/>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497F67D2-16F8-ACD3-B58E-C0D39A0B7530}"/>
              </a:ext>
            </a:extLst>
          </p:cNvPr>
          <p:cNvSpPr>
            <a:spLocks noGrp="1"/>
          </p:cNvSpPr>
          <p:nvPr>
            <p:ph type="title"/>
          </p:nvPr>
        </p:nvSpPr>
        <p:spPr/>
        <p:txBody>
          <a:bodyPr>
            <a:normAutofit/>
          </a:bodyPr>
          <a:lstStyle/>
          <a:p>
            <a:pPr algn="l"/>
            <a:r>
              <a:rPr lang="en-US" sz="6000" b="1" dirty="0">
                <a:latin typeface="Aptos Narrow" panose="020B0004020202020204" pitchFamily="34" charset="0"/>
              </a:rPr>
              <a:t>Command :</a:t>
            </a:r>
            <a:endParaRPr lang="ar-SA" sz="6000" b="1" dirty="0">
              <a:latin typeface="Aptos Narrow" panose="020B0004020202020204" pitchFamily="34" charset="0"/>
              <a:ea typeface="Yu Gothic UI Semibold" panose="020B0700000000000000" pitchFamily="34" charset="-128"/>
            </a:endParaRPr>
          </a:p>
        </p:txBody>
      </p:sp>
      <p:pic>
        <p:nvPicPr>
          <p:cNvPr id="6" name="عنصر نائب للمحتوى 5" descr="صورة تحتوي على نص, لقطة شاشة, برمجيات, برامج الوسائط المتعددة&#10;&#10;تم إنشاء الوصف تلقائياً">
            <a:extLst>
              <a:ext uri="{FF2B5EF4-FFF2-40B4-BE49-F238E27FC236}">
                <a16:creationId xmlns:a16="http://schemas.microsoft.com/office/drawing/2014/main" id="{4D911ADC-C4F0-4F1B-2DC1-6E55A43354E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t="3614" b="5057"/>
          <a:stretch/>
        </p:blipFill>
        <p:spPr>
          <a:xfrm>
            <a:off x="838200" y="1382061"/>
            <a:ext cx="10205720" cy="5242895"/>
          </a:xfrm>
        </p:spPr>
      </p:pic>
    </p:spTree>
    <p:extLst>
      <p:ext uri="{BB962C8B-B14F-4D97-AF65-F5344CB8AC3E}">
        <p14:creationId xmlns:p14="http://schemas.microsoft.com/office/powerpoint/2010/main" val="18117936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44E10F3-A5D0-435E-4BD1-D4CD58F043E2}"/>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4F1CCE0A-2899-6FEA-3EB7-A256E9FE0FED}"/>
              </a:ext>
            </a:extLst>
          </p:cNvPr>
          <p:cNvSpPr>
            <a:spLocks noGrp="1"/>
          </p:cNvSpPr>
          <p:nvPr>
            <p:ph type="title"/>
          </p:nvPr>
        </p:nvSpPr>
        <p:spPr>
          <a:xfrm>
            <a:off x="1864360" y="314325"/>
            <a:ext cx="9372600" cy="1325563"/>
          </a:xfrm>
        </p:spPr>
        <p:txBody>
          <a:bodyPr>
            <a:normAutofit/>
          </a:bodyPr>
          <a:lstStyle/>
          <a:p>
            <a:pPr algn="l"/>
            <a:r>
              <a:rPr lang="en-US" sz="6000" b="1" dirty="0">
                <a:latin typeface="Aptos Narrow" panose="020B0004020202020204" pitchFamily="34" charset="0"/>
              </a:rPr>
              <a:t>Code Explanation :</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E4E61AC5-1076-722B-C5FC-DA257F38E445}"/>
              </a:ext>
            </a:extLst>
          </p:cNvPr>
          <p:cNvSpPr>
            <a:spLocks noGrp="1"/>
          </p:cNvSpPr>
          <p:nvPr>
            <p:ph idx="1"/>
          </p:nvPr>
        </p:nvSpPr>
        <p:spPr>
          <a:xfrm>
            <a:off x="955040" y="1527593"/>
            <a:ext cx="10647947" cy="4652963"/>
          </a:xfrm>
        </p:spPr>
        <p:txBody>
          <a:bodyPr>
            <a:noAutofit/>
          </a:bodyPr>
          <a:lstStyle/>
          <a:p>
            <a:pPr algn="ctr" rtl="0">
              <a:lnSpc>
                <a:spcPct val="107000"/>
              </a:lnSpc>
              <a:spcAft>
                <a:spcPts val="800"/>
              </a:spcAft>
            </a:pPr>
            <a:r>
              <a:rPr lang="en-US" sz="2500" kern="0" dirty="0">
                <a:effectLst/>
                <a:ea typeface="Times New Roman" panose="02020603050405020304" pitchFamily="18" charset="0"/>
                <a:cs typeface="Arial" panose="020B0604020202020204" pitchFamily="34" charset="0"/>
              </a:rPr>
              <a:t>The provided SQL script demonstrates a systematic approach to designing, securing, and managing a database for a skincare company. Here's a detailed breakdown:</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Font typeface="+mj-lt"/>
              <a:buAutoNum type="arabicPeriod"/>
              <a:tabLst>
                <a:tab pos="457200" algn="l"/>
              </a:tabLst>
            </a:pPr>
            <a:r>
              <a:rPr lang="en-US" sz="2500" b="1" kern="0" dirty="0">
                <a:effectLst/>
                <a:ea typeface="Times New Roman" panose="02020603050405020304" pitchFamily="18" charset="0"/>
                <a:cs typeface="Arial" panose="020B0604020202020204" pitchFamily="34" charset="0"/>
              </a:rPr>
              <a:t>Database and Table Creation</a:t>
            </a:r>
            <a:r>
              <a:rPr lang="en-US" sz="2500" kern="0" dirty="0">
                <a:effectLst/>
                <a:ea typeface="Times New Roman" panose="02020603050405020304" pitchFamily="18" charset="0"/>
                <a:cs typeface="Arial" panose="020B0604020202020204" pitchFamily="34" charset="0"/>
              </a:rPr>
              <a:t>:</a:t>
            </a:r>
            <a:endParaRPr lang="en-US" sz="2500" kern="100" dirty="0">
              <a:effectLst/>
              <a:ea typeface="Aptos" panose="020B0004020202020204" pitchFamily="34" charset="0"/>
              <a:cs typeface="Arial" panose="020B0604020202020204" pitchFamily="34"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2500" kern="0" dirty="0">
                <a:effectLst/>
                <a:ea typeface="Times New Roman" panose="02020603050405020304" pitchFamily="18" charset="0"/>
                <a:cs typeface="Times New Roman" panose="02020603050405020304" pitchFamily="18" charset="0"/>
              </a:rPr>
              <a:t>CREATE DATABASE SkinCare0; creates the main database.</a:t>
            </a:r>
            <a:endParaRPr lang="en-US" sz="2500" kern="100" dirty="0">
              <a:effectLst/>
              <a:ea typeface="Aptos" panose="020B0004020202020204" pitchFamily="34" charset="0"/>
              <a:cs typeface="Times New Roman" panose="02020603050405020304" pitchFamily="18"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2500" kern="0" dirty="0">
                <a:effectLst/>
                <a:ea typeface="Times New Roman" panose="02020603050405020304" pitchFamily="18" charset="0"/>
                <a:cs typeface="Times New Roman" panose="02020603050405020304" pitchFamily="18" charset="0"/>
              </a:rPr>
              <a:t>Tables:</a:t>
            </a:r>
            <a:endParaRPr lang="en-US" sz="2500" kern="100" dirty="0">
              <a:effectLst/>
              <a:ea typeface="Aptos" panose="020B0004020202020204" pitchFamily="34" charset="0"/>
              <a:cs typeface="Times New Roman" panose="02020603050405020304" pitchFamily="18" charset="0"/>
            </a:endParaRPr>
          </a:p>
          <a:p>
            <a:pPr lvl="2" algn="l" rtl="0">
              <a:lnSpc>
                <a:spcPct val="107000"/>
              </a:lnSpc>
              <a:spcAft>
                <a:spcPts val="800"/>
              </a:spcAft>
              <a:buSzPts val="1000"/>
              <a:buFont typeface="Wingdings" panose="05000000000000000000" pitchFamily="2" charset="2"/>
              <a:buChar char="§"/>
              <a:tabLst>
                <a:tab pos="1371600" algn="l"/>
              </a:tabLst>
            </a:pPr>
            <a:r>
              <a:rPr lang="en-US" sz="2500" b="1" kern="0" dirty="0">
                <a:effectLst/>
                <a:ea typeface="Times New Roman" panose="02020603050405020304" pitchFamily="18" charset="0"/>
                <a:cs typeface="Arial" panose="020B0604020202020204" pitchFamily="34" charset="0"/>
              </a:rPr>
              <a:t>Employees</a:t>
            </a:r>
            <a:r>
              <a:rPr lang="en-US" sz="2500" kern="0" dirty="0">
                <a:effectLst/>
                <a:ea typeface="Times New Roman" panose="02020603050405020304" pitchFamily="18" charset="0"/>
                <a:cs typeface="Arial" panose="020B0604020202020204" pitchFamily="34" charset="0"/>
              </a:rPr>
              <a:t>: Stores employee information with fields like </a:t>
            </a:r>
            <a:r>
              <a:rPr lang="en-US" sz="2500" kern="0" dirty="0" err="1">
                <a:effectLst/>
                <a:ea typeface="Times New Roman" panose="02020603050405020304" pitchFamily="18" charset="0"/>
                <a:cs typeface="Arial" panose="020B0604020202020204" pitchFamily="34" charset="0"/>
              </a:rPr>
              <a:t>EmployeeID</a:t>
            </a:r>
            <a:r>
              <a:rPr lang="en-US" sz="2500" kern="0" dirty="0">
                <a:effectLst/>
                <a:ea typeface="Times New Roman" panose="02020603050405020304" pitchFamily="18" charset="0"/>
                <a:cs typeface="Arial" panose="020B0604020202020204" pitchFamily="34" charset="0"/>
              </a:rPr>
              <a:t>, Name, Email, </a:t>
            </a:r>
            <a:r>
              <a:rPr lang="en-US" sz="2500" kern="0" dirty="0" err="1">
                <a:effectLst/>
                <a:ea typeface="Times New Roman" panose="02020603050405020304" pitchFamily="18" charset="0"/>
                <a:cs typeface="Arial" panose="020B0604020202020204" pitchFamily="34" charset="0"/>
              </a:rPr>
              <a:t>PhoneNumber</a:t>
            </a:r>
            <a:r>
              <a:rPr lang="en-US" sz="2500" kern="0" dirty="0">
                <a:effectLst/>
                <a:ea typeface="Times New Roman" panose="02020603050405020304" pitchFamily="18" charset="0"/>
                <a:cs typeface="Arial" panose="020B0604020202020204" pitchFamily="34" charset="0"/>
              </a:rPr>
              <a:t>, and Position. The Email field is unique to prevent duplicates.</a:t>
            </a:r>
            <a:endParaRPr lang="en-US" sz="2500" kern="100" dirty="0">
              <a:effectLst/>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154743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B49313A-1B75-C3B2-2719-CD71920BCB25}"/>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EFB04AF0-85DC-6DA2-D344-9D63611BB4AC}"/>
              </a:ext>
            </a:extLst>
          </p:cNvPr>
          <p:cNvSpPr>
            <a:spLocks noGrp="1"/>
          </p:cNvSpPr>
          <p:nvPr>
            <p:ph type="title"/>
          </p:nvPr>
        </p:nvSpPr>
        <p:spPr>
          <a:xfrm>
            <a:off x="1864360" y="314325"/>
            <a:ext cx="9372600" cy="1325563"/>
          </a:xfrm>
        </p:spPr>
        <p:txBody>
          <a:bodyPr>
            <a:normAutofit/>
          </a:bodyPr>
          <a:lstStyle/>
          <a:p>
            <a:pPr algn="l"/>
            <a:r>
              <a:rPr lang="en-US" sz="6000" b="1" dirty="0">
                <a:latin typeface="Aptos Narrow" panose="020B0004020202020204" pitchFamily="34" charset="0"/>
              </a:rPr>
              <a:t>Code Explanation :</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AE40DBD8-C63E-43F7-B4B8-70D3CF0D8FCA}"/>
              </a:ext>
            </a:extLst>
          </p:cNvPr>
          <p:cNvSpPr>
            <a:spLocks noGrp="1"/>
          </p:cNvSpPr>
          <p:nvPr>
            <p:ph idx="1"/>
          </p:nvPr>
        </p:nvSpPr>
        <p:spPr>
          <a:xfrm>
            <a:off x="955040" y="1639888"/>
            <a:ext cx="10647947" cy="4652963"/>
          </a:xfrm>
        </p:spPr>
        <p:txBody>
          <a:bodyPr>
            <a:noAutofit/>
          </a:bodyPr>
          <a:lstStyle/>
          <a:p>
            <a:endParaRPr lang="en-US" sz="2500" dirty="0">
              <a:effectLst/>
              <a:latin typeface="+mj-lt"/>
            </a:endParaRPr>
          </a:p>
          <a:p>
            <a:pPr marL="1143000" lvl="2" indent="-228600" algn="l" rtl="0">
              <a:lnSpc>
                <a:spcPct val="107000"/>
              </a:lnSpc>
              <a:spcAft>
                <a:spcPts val="800"/>
              </a:spcAft>
              <a:buSzPts val="1000"/>
              <a:buFont typeface="Wingdings" panose="05000000000000000000" pitchFamily="2" charset="2"/>
              <a:buChar char=""/>
              <a:tabLst>
                <a:tab pos="1371600" algn="l"/>
              </a:tabLst>
            </a:pPr>
            <a:r>
              <a:rPr lang="en-US" sz="2500" b="1" kern="0" dirty="0">
                <a:effectLst/>
                <a:ea typeface="Times New Roman" panose="02020603050405020304" pitchFamily="18" charset="0"/>
                <a:cs typeface="Arial" panose="020B0604020202020204" pitchFamily="34" charset="0"/>
              </a:rPr>
              <a:t>Salaries</a:t>
            </a:r>
            <a:r>
              <a:rPr lang="en-US" sz="2500" kern="0" dirty="0">
                <a:effectLst/>
                <a:ea typeface="Times New Roman" panose="02020603050405020304" pitchFamily="18" charset="0"/>
                <a:cs typeface="Arial" panose="020B0604020202020204" pitchFamily="34" charset="0"/>
              </a:rPr>
              <a:t>: Links salary details to employees using </a:t>
            </a:r>
            <a:r>
              <a:rPr lang="en-US" sz="2500" kern="0" dirty="0" err="1">
                <a:effectLst/>
                <a:ea typeface="Times New Roman" panose="02020603050405020304" pitchFamily="18" charset="0"/>
                <a:cs typeface="Arial" panose="020B0604020202020204" pitchFamily="34" charset="0"/>
              </a:rPr>
              <a:t>EmployeeID</a:t>
            </a:r>
            <a:r>
              <a:rPr lang="en-US" sz="2500" kern="0" dirty="0">
                <a:effectLst/>
                <a:ea typeface="Times New Roman" panose="02020603050405020304" pitchFamily="18" charset="0"/>
                <a:cs typeface="Arial" panose="020B0604020202020204" pitchFamily="34" charset="0"/>
              </a:rPr>
              <a:t> as a foreign key. It includes </a:t>
            </a:r>
            <a:r>
              <a:rPr lang="en-US" sz="2500" kern="0" dirty="0" err="1">
                <a:effectLst/>
                <a:ea typeface="Times New Roman" panose="02020603050405020304" pitchFamily="18" charset="0"/>
                <a:cs typeface="Arial" panose="020B0604020202020204" pitchFamily="34" charset="0"/>
              </a:rPr>
              <a:t>BaseSalary</a:t>
            </a:r>
            <a:r>
              <a:rPr lang="en-US" sz="2500" kern="0" dirty="0">
                <a:effectLst/>
                <a:ea typeface="Times New Roman" panose="02020603050405020304" pitchFamily="18" charset="0"/>
                <a:cs typeface="Arial" panose="020B0604020202020204" pitchFamily="34" charset="0"/>
              </a:rPr>
              <a:t>, Bonus, and </a:t>
            </a:r>
            <a:r>
              <a:rPr lang="en-US" sz="2500" kern="0" dirty="0" err="1">
                <a:effectLst/>
                <a:ea typeface="Times New Roman" panose="02020603050405020304" pitchFamily="18" charset="0"/>
                <a:cs typeface="Arial" panose="020B0604020202020204" pitchFamily="34" charset="0"/>
              </a:rPr>
              <a:t>PaymentDate</a:t>
            </a:r>
            <a:r>
              <a:rPr lang="en-US" sz="2500" kern="0" dirty="0">
                <a:effectLst/>
                <a:ea typeface="Times New Roman" panose="02020603050405020304" pitchFamily="18" charset="0"/>
                <a:cs typeface="Arial" panose="020B0604020202020204" pitchFamily="34" charset="0"/>
              </a:rPr>
              <a:t>.</a:t>
            </a:r>
            <a:endParaRPr lang="en-US" sz="2500" kern="100" dirty="0">
              <a:effectLst/>
              <a:ea typeface="Aptos" panose="020B0004020202020204" pitchFamily="34" charset="0"/>
              <a:cs typeface="Arial" panose="020B0604020202020204" pitchFamily="34" charset="0"/>
            </a:endParaRPr>
          </a:p>
          <a:p>
            <a:pPr lvl="2" algn="l" rtl="0">
              <a:lnSpc>
                <a:spcPct val="107000"/>
              </a:lnSpc>
              <a:spcAft>
                <a:spcPts val="800"/>
              </a:spcAft>
              <a:buSzPts val="1000"/>
              <a:buFont typeface="Wingdings" panose="05000000000000000000" pitchFamily="2" charset="2"/>
              <a:buChar char="§"/>
              <a:tabLst>
                <a:tab pos="1371600" algn="l"/>
              </a:tabLst>
            </a:pPr>
            <a:r>
              <a:rPr lang="en-US" sz="2500" b="1" kern="0" dirty="0">
                <a:effectLst/>
                <a:ea typeface="Times New Roman" panose="02020603050405020304" pitchFamily="18" charset="0"/>
                <a:cs typeface="Arial" panose="020B0604020202020204" pitchFamily="34" charset="0"/>
              </a:rPr>
              <a:t>Users</a:t>
            </a:r>
            <a:r>
              <a:rPr lang="en-US" sz="2500" kern="0" dirty="0">
                <a:effectLst/>
                <a:ea typeface="Times New Roman" panose="02020603050405020304" pitchFamily="18" charset="0"/>
                <a:cs typeface="Arial" panose="020B0604020202020204" pitchFamily="34" charset="0"/>
              </a:rPr>
              <a:t>: Stores system users' login credentials and roles, hashed for security using SHA2.</a:t>
            </a:r>
            <a:endParaRPr lang="en-US" sz="2500" kern="100" dirty="0">
              <a:effectLst/>
              <a:ea typeface="Aptos" panose="020B0004020202020204" pitchFamily="34" charset="0"/>
              <a:cs typeface="Arial" panose="020B0604020202020204" pitchFamily="34" charset="0"/>
            </a:endParaRPr>
          </a:p>
          <a:p>
            <a:pPr marL="0" lvl="0" indent="0" algn="l" rtl="0">
              <a:lnSpc>
                <a:spcPct val="107000"/>
              </a:lnSpc>
              <a:spcAft>
                <a:spcPts val="800"/>
              </a:spcAft>
              <a:buNone/>
              <a:tabLst>
                <a:tab pos="457200" algn="l"/>
              </a:tabLst>
            </a:pPr>
            <a:r>
              <a:rPr lang="en-US" sz="2500" b="1" kern="0" dirty="0">
                <a:effectLst/>
                <a:ea typeface="Times New Roman" panose="02020603050405020304" pitchFamily="18" charset="0"/>
                <a:cs typeface="Arial" panose="020B0604020202020204" pitchFamily="34" charset="0"/>
              </a:rPr>
              <a:t>2. Data Insertion</a:t>
            </a:r>
            <a:r>
              <a:rPr lang="en-US" sz="2500" kern="0" dirty="0">
                <a:effectLst/>
                <a:ea typeface="Times New Roman" panose="02020603050405020304" pitchFamily="18" charset="0"/>
                <a:cs typeface="Arial" panose="020B0604020202020204" pitchFamily="34" charset="0"/>
              </a:rPr>
              <a:t>:</a:t>
            </a:r>
            <a:endParaRPr lang="en-US" sz="2500" kern="100" dirty="0">
              <a:effectLst/>
              <a:ea typeface="Aptos" panose="020B0004020202020204" pitchFamily="34" charset="0"/>
              <a:cs typeface="Arial" panose="020B0604020202020204" pitchFamily="34" charset="0"/>
            </a:endParaRPr>
          </a:p>
          <a:p>
            <a:pPr lvl="1" algn="l" rtl="0">
              <a:lnSpc>
                <a:spcPct val="107000"/>
              </a:lnSpc>
              <a:spcAft>
                <a:spcPts val="800"/>
              </a:spcAft>
              <a:buSzPts val="1000"/>
              <a:buFont typeface="Courier New" panose="02070309020205020404" pitchFamily="49" charset="0"/>
              <a:buChar char="o"/>
              <a:tabLst>
                <a:tab pos="914400" algn="l"/>
              </a:tabLst>
            </a:pPr>
            <a:r>
              <a:rPr lang="en-US" sz="2500" kern="0" dirty="0">
                <a:effectLst/>
                <a:ea typeface="Times New Roman" panose="02020603050405020304" pitchFamily="18" charset="0"/>
                <a:cs typeface="Times New Roman" panose="02020603050405020304" pitchFamily="18" charset="0"/>
              </a:rPr>
              <a:t>The INSERT INTO statements populate the tables with sample employee details, salaries, and user accounts</a:t>
            </a:r>
            <a:r>
              <a:rPr lang="en-US" sz="1200" kern="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11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279221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FEC21B0-D6A2-5820-3427-1310DDB75F2C}"/>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5DB8B7D8-3818-5B6D-425C-19D7E98ABCB2}"/>
              </a:ext>
            </a:extLst>
          </p:cNvPr>
          <p:cNvSpPr>
            <a:spLocks noGrp="1"/>
          </p:cNvSpPr>
          <p:nvPr>
            <p:ph type="title"/>
          </p:nvPr>
        </p:nvSpPr>
        <p:spPr>
          <a:xfrm>
            <a:off x="1864360" y="314325"/>
            <a:ext cx="9372600" cy="1325563"/>
          </a:xfrm>
        </p:spPr>
        <p:txBody>
          <a:bodyPr>
            <a:normAutofit/>
          </a:bodyPr>
          <a:lstStyle/>
          <a:p>
            <a:pPr algn="l"/>
            <a:r>
              <a:rPr lang="en-US" sz="6000" b="1" dirty="0">
                <a:latin typeface="Aptos Narrow" panose="020B0004020202020204" pitchFamily="34" charset="0"/>
              </a:rPr>
              <a:t>Code Explanation :</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86075BFE-9A00-3B41-8F18-511ADB900C28}"/>
              </a:ext>
            </a:extLst>
          </p:cNvPr>
          <p:cNvSpPr>
            <a:spLocks noGrp="1"/>
          </p:cNvSpPr>
          <p:nvPr>
            <p:ph idx="1"/>
          </p:nvPr>
        </p:nvSpPr>
        <p:spPr>
          <a:xfrm>
            <a:off x="955040" y="1639888"/>
            <a:ext cx="10647947" cy="4652963"/>
          </a:xfrm>
        </p:spPr>
        <p:txBody>
          <a:bodyPr>
            <a:noAutofit/>
          </a:bodyPr>
          <a:lstStyle/>
          <a:p>
            <a:pPr marL="0" lvl="0" indent="0" algn="l" rtl="0">
              <a:lnSpc>
                <a:spcPct val="107000"/>
              </a:lnSpc>
              <a:spcAft>
                <a:spcPts val="800"/>
              </a:spcAft>
              <a:buNone/>
              <a:tabLst>
                <a:tab pos="457200" algn="l"/>
              </a:tabLst>
            </a:pPr>
            <a:r>
              <a:rPr lang="en-US" sz="2500" b="1" kern="0" dirty="0">
                <a:effectLst/>
                <a:ea typeface="Times New Roman" panose="02020603050405020304" pitchFamily="18" charset="0"/>
                <a:cs typeface="Arial" panose="020B0604020202020204" pitchFamily="34" charset="0"/>
              </a:rPr>
              <a:t>3. User Accounts and Permissions</a:t>
            </a:r>
            <a:r>
              <a:rPr lang="en-US" sz="2500" kern="0" dirty="0">
                <a:effectLst/>
                <a:ea typeface="Times New Roman" panose="02020603050405020304" pitchFamily="18" charset="0"/>
                <a:cs typeface="Arial" panose="020B0604020202020204" pitchFamily="34" charset="0"/>
              </a:rPr>
              <a:t>:</a:t>
            </a:r>
            <a:endParaRPr lang="en-US" sz="2500" kern="100" dirty="0">
              <a:effectLst/>
              <a:ea typeface="Aptos" panose="020B0004020202020204" pitchFamily="34" charset="0"/>
              <a:cs typeface="Arial" panose="020B0604020202020204" pitchFamily="34"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2500" kern="0" dirty="0">
                <a:effectLst/>
                <a:ea typeface="Times New Roman" panose="02020603050405020304" pitchFamily="18" charset="0"/>
                <a:cs typeface="Times New Roman" panose="02020603050405020304" pitchFamily="18" charset="0"/>
              </a:rPr>
              <a:t>SQL users are created (</a:t>
            </a:r>
            <a:r>
              <a:rPr lang="en-US" sz="2500" kern="0" dirty="0" err="1">
                <a:effectLst/>
                <a:ea typeface="Times New Roman" panose="02020603050405020304" pitchFamily="18" charset="0"/>
                <a:cs typeface="Times New Roman" panose="02020603050405020304" pitchFamily="18" charset="0"/>
              </a:rPr>
              <a:t>regular_user</a:t>
            </a:r>
            <a:r>
              <a:rPr lang="en-US" sz="2500" kern="0" dirty="0">
                <a:effectLst/>
                <a:ea typeface="Times New Roman" panose="02020603050405020304" pitchFamily="18" charset="0"/>
                <a:cs typeface="Times New Roman" panose="02020603050405020304" pitchFamily="18" charset="0"/>
              </a:rPr>
              <a:t>, </a:t>
            </a:r>
            <a:r>
              <a:rPr lang="en-US" sz="2500" kern="0" dirty="0" err="1">
                <a:effectLst/>
                <a:ea typeface="Times New Roman" panose="02020603050405020304" pitchFamily="18" charset="0"/>
                <a:cs typeface="Times New Roman" panose="02020603050405020304" pitchFamily="18" charset="0"/>
              </a:rPr>
              <a:t>hr_manager</a:t>
            </a:r>
            <a:r>
              <a:rPr lang="en-US" sz="2500" kern="0" dirty="0">
                <a:effectLst/>
                <a:ea typeface="Times New Roman" panose="02020603050405020304" pitchFamily="18" charset="0"/>
                <a:cs typeface="Times New Roman" panose="02020603050405020304" pitchFamily="18" charset="0"/>
              </a:rPr>
              <a:t>, </a:t>
            </a:r>
            <a:r>
              <a:rPr lang="en-US" sz="2500" kern="0" dirty="0" err="1">
                <a:effectLst/>
                <a:ea typeface="Times New Roman" panose="02020603050405020304" pitchFamily="18" charset="0"/>
                <a:cs typeface="Times New Roman" panose="02020603050405020304" pitchFamily="18" charset="0"/>
              </a:rPr>
              <a:t>finance_manager</a:t>
            </a:r>
            <a:r>
              <a:rPr lang="en-US" sz="2500" kern="0" dirty="0">
                <a:effectLst/>
                <a:ea typeface="Times New Roman" panose="02020603050405020304" pitchFamily="18" charset="0"/>
                <a:cs typeface="Times New Roman" panose="02020603050405020304" pitchFamily="18" charset="0"/>
              </a:rPr>
              <a:t>) with specific roles and secure passwords.</a:t>
            </a:r>
            <a:endParaRPr lang="en-US" sz="2500" kern="100" dirty="0">
              <a:effectLst/>
              <a:ea typeface="Aptos" panose="020B0004020202020204" pitchFamily="34" charset="0"/>
              <a:cs typeface="Times New Roman" panose="02020603050405020304" pitchFamily="18"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2500" kern="0" dirty="0">
                <a:effectLst/>
                <a:ea typeface="Times New Roman" panose="02020603050405020304" pitchFamily="18" charset="0"/>
                <a:cs typeface="Times New Roman" panose="02020603050405020304" pitchFamily="18" charset="0"/>
              </a:rPr>
              <a:t>Permissions are granted:</a:t>
            </a:r>
            <a:endParaRPr lang="en-US" sz="2500" kern="100" dirty="0">
              <a:effectLst/>
              <a:ea typeface="Aptos" panose="020B0004020202020204" pitchFamily="34" charset="0"/>
              <a:cs typeface="Times New Roman" panose="02020603050405020304" pitchFamily="18" charset="0"/>
            </a:endParaRPr>
          </a:p>
          <a:p>
            <a:pPr marL="1143000" lvl="2" indent="-228600" algn="l" rtl="0">
              <a:lnSpc>
                <a:spcPct val="107000"/>
              </a:lnSpc>
              <a:spcAft>
                <a:spcPts val="800"/>
              </a:spcAft>
              <a:buSzPts val="1000"/>
              <a:buFont typeface="Wingdings" panose="05000000000000000000" pitchFamily="2" charset="2"/>
              <a:buChar char=""/>
              <a:tabLst>
                <a:tab pos="1371600" algn="l"/>
              </a:tabLst>
            </a:pPr>
            <a:r>
              <a:rPr lang="en-US" sz="2500" kern="0" dirty="0" err="1">
                <a:effectLst/>
                <a:ea typeface="Times New Roman" panose="02020603050405020304" pitchFamily="18" charset="0"/>
                <a:cs typeface="Arial" panose="020B0604020202020204" pitchFamily="34" charset="0"/>
              </a:rPr>
              <a:t>regular_user</a:t>
            </a:r>
            <a:r>
              <a:rPr lang="en-US" sz="2500" kern="0" dirty="0">
                <a:effectLst/>
                <a:ea typeface="Times New Roman" panose="02020603050405020304" pitchFamily="18" charset="0"/>
                <a:cs typeface="Arial" panose="020B0604020202020204" pitchFamily="34" charset="0"/>
              </a:rPr>
              <a:t> can only view (SELECT) data.</a:t>
            </a:r>
            <a:endParaRPr lang="en-US" sz="2500" kern="100" dirty="0">
              <a:effectLst/>
              <a:ea typeface="Aptos" panose="020B0004020202020204" pitchFamily="34" charset="0"/>
              <a:cs typeface="Arial" panose="020B0604020202020204" pitchFamily="34" charset="0"/>
            </a:endParaRPr>
          </a:p>
          <a:p>
            <a:pPr marL="1143000" lvl="2" indent="-228600" algn="l" rtl="0">
              <a:lnSpc>
                <a:spcPct val="107000"/>
              </a:lnSpc>
              <a:spcAft>
                <a:spcPts val="800"/>
              </a:spcAft>
              <a:buSzPts val="1000"/>
              <a:buFont typeface="Wingdings" panose="05000000000000000000" pitchFamily="2" charset="2"/>
              <a:buChar char=""/>
              <a:tabLst>
                <a:tab pos="1371600" algn="l"/>
              </a:tabLst>
            </a:pPr>
            <a:r>
              <a:rPr lang="en-US" sz="2500" kern="0" dirty="0" err="1">
                <a:effectLst/>
                <a:ea typeface="Times New Roman" panose="02020603050405020304" pitchFamily="18" charset="0"/>
                <a:cs typeface="Arial" panose="020B0604020202020204" pitchFamily="34" charset="0"/>
              </a:rPr>
              <a:t>hr_manager</a:t>
            </a:r>
            <a:r>
              <a:rPr lang="en-US" sz="2500" kern="0" dirty="0">
                <a:effectLst/>
                <a:ea typeface="Times New Roman" panose="02020603050405020304" pitchFamily="18" charset="0"/>
                <a:cs typeface="Arial" panose="020B0604020202020204" pitchFamily="34" charset="0"/>
              </a:rPr>
              <a:t> can view and modify employee data.</a:t>
            </a:r>
            <a:endParaRPr lang="en-US" sz="2500" kern="100" dirty="0">
              <a:effectLst/>
              <a:ea typeface="Aptos" panose="020B0004020202020204" pitchFamily="34" charset="0"/>
              <a:cs typeface="Arial" panose="020B0604020202020204" pitchFamily="34" charset="0"/>
            </a:endParaRPr>
          </a:p>
          <a:p>
            <a:pPr marL="1143000" lvl="2" indent="-228600" algn="l" rtl="0">
              <a:lnSpc>
                <a:spcPct val="107000"/>
              </a:lnSpc>
              <a:spcAft>
                <a:spcPts val="800"/>
              </a:spcAft>
              <a:buSzPts val="1000"/>
              <a:buFont typeface="Wingdings" panose="05000000000000000000" pitchFamily="2" charset="2"/>
              <a:buChar char=""/>
              <a:tabLst>
                <a:tab pos="1371600" algn="l"/>
              </a:tabLst>
            </a:pPr>
            <a:r>
              <a:rPr lang="en-US" sz="2500" kern="0" dirty="0" err="1">
                <a:effectLst/>
                <a:ea typeface="Times New Roman" panose="02020603050405020304" pitchFamily="18" charset="0"/>
                <a:cs typeface="Arial" panose="020B0604020202020204" pitchFamily="34" charset="0"/>
              </a:rPr>
              <a:t>finance_manager</a:t>
            </a:r>
            <a:r>
              <a:rPr lang="en-US" sz="2500" kern="0" dirty="0">
                <a:effectLst/>
                <a:ea typeface="Times New Roman" panose="02020603050405020304" pitchFamily="18" charset="0"/>
                <a:cs typeface="Arial" panose="020B0604020202020204" pitchFamily="34" charset="0"/>
              </a:rPr>
              <a:t> has similar permissions for the salaries table.</a:t>
            </a:r>
            <a:endParaRPr lang="en-US" sz="2500" kern="100" dirty="0">
              <a:effectLst/>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79111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8E30595-9685-FD98-4C0C-98C0A570A970}"/>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DE7C811C-2BF0-B22A-96F7-3DDA39F06210}"/>
              </a:ext>
            </a:extLst>
          </p:cNvPr>
          <p:cNvSpPr>
            <a:spLocks noGrp="1"/>
          </p:cNvSpPr>
          <p:nvPr>
            <p:ph type="title"/>
          </p:nvPr>
        </p:nvSpPr>
        <p:spPr>
          <a:xfrm>
            <a:off x="1864360" y="314325"/>
            <a:ext cx="9372600" cy="1325563"/>
          </a:xfrm>
        </p:spPr>
        <p:txBody>
          <a:bodyPr>
            <a:normAutofit/>
          </a:bodyPr>
          <a:lstStyle/>
          <a:p>
            <a:pPr algn="l"/>
            <a:r>
              <a:rPr lang="en-US" sz="6000" b="1" dirty="0">
                <a:latin typeface="Aptos Narrow" panose="020B0004020202020204" pitchFamily="34" charset="0"/>
              </a:rPr>
              <a:t>Code Explanation :</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01BD3C04-5B14-4164-587C-1207E2D5A711}"/>
              </a:ext>
            </a:extLst>
          </p:cNvPr>
          <p:cNvSpPr>
            <a:spLocks noGrp="1"/>
          </p:cNvSpPr>
          <p:nvPr>
            <p:ph idx="1"/>
          </p:nvPr>
        </p:nvSpPr>
        <p:spPr>
          <a:xfrm>
            <a:off x="955040" y="1639888"/>
            <a:ext cx="10647947" cy="4652963"/>
          </a:xfrm>
        </p:spPr>
        <p:txBody>
          <a:bodyPr>
            <a:noAutofit/>
          </a:bodyPr>
          <a:lstStyle/>
          <a:p>
            <a:pPr marL="0" lvl="0" indent="0" algn="l" rtl="0">
              <a:lnSpc>
                <a:spcPct val="107000"/>
              </a:lnSpc>
              <a:spcAft>
                <a:spcPts val="800"/>
              </a:spcAft>
              <a:buNone/>
              <a:tabLst>
                <a:tab pos="457200" algn="l"/>
              </a:tabLst>
            </a:pPr>
            <a:r>
              <a:rPr lang="en-US" sz="2500" b="1" kern="0" dirty="0">
                <a:ea typeface="Times New Roman" panose="02020603050405020304" pitchFamily="18" charset="0"/>
                <a:cs typeface="Arial" panose="020B0604020202020204" pitchFamily="34" charset="0"/>
              </a:rPr>
              <a:t>4. </a:t>
            </a:r>
            <a:r>
              <a:rPr lang="en-US" sz="2500" b="1" kern="0" dirty="0">
                <a:effectLst/>
                <a:ea typeface="Times New Roman" panose="02020603050405020304" pitchFamily="18" charset="0"/>
                <a:cs typeface="Arial" panose="020B0604020202020204" pitchFamily="34" charset="0"/>
              </a:rPr>
              <a:t> Data Encryption</a:t>
            </a:r>
            <a:r>
              <a:rPr lang="en-US" sz="2500" kern="0" dirty="0">
                <a:effectLst/>
                <a:ea typeface="Times New Roman" panose="02020603050405020304" pitchFamily="18" charset="0"/>
                <a:cs typeface="Arial" panose="020B0604020202020204" pitchFamily="34" charset="0"/>
              </a:rPr>
              <a:t>:</a:t>
            </a:r>
            <a:endParaRPr lang="en-US" sz="2500" kern="100" dirty="0">
              <a:effectLst/>
              <a:ea typeface="Aptos" panose="020B0004020202020204" pitchFamily="34" charset="0"/>
              <a:cs typeface="Arial" panose="020B0604020202020204" pitchFamily="34"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r>
              <a:rPr lang="en-US" sz="2500" kern="0" dirty="0">
                <a:effectLst/>
                <a:ea typeface="Times New Roman" panose="02020603050405020304" pitchFamily="18" charset="0"/>
                <a:cs typeface="Times New Roman" panose="02020603050405020304" pitchFamily="18" charset="0"/>
              </a:rPr>
              <a:t>Sensitive data in the Salaries table is encrypted using AES_ENCRYPT with a key (</a:t>
            </a:r>
            <a:r>
              <a:rPr lang="en-US" sz="2500" kern="0" dirty="0" err="1">
                <a:effectLst/>
                <a:ea typeface="Times New Roman" panose="02020603050405020304" pitchFamily="18" charset="0"/>
                <a:cs typeface="Times New Roman" panose="02020603050405020304" pitchFamily="18" charset="0"/>
              </a:rPr>
              <a:t>encryption_key</a:t>
            </a:r>
            <a:r>
              <a:rPr lang="en-US" sz="2500" kern="0" dirty="0">
                <a:effectLst/>
                <a:ea typeface="Times New Roman" panose="02020603050405020304" pitchFamily="18" charset="0"/>
                <a:cs typeface="Times New Roman" panose="02020603050405020304" pitchFamily="18" charset="0"/>
              </a:rPr>
              <a:t>).</a:t>
            </a:r>
            <a:endParaRPr lang="en-US" sz="2500" kern="100" dirty="0">
              <a:effectLst/>
              <a:ea typeface="Aptos" panose="020B0004020202020204" pitchFamily="34" charset="0"/>
              <a:cs typeface="Times New Roman" panose="02020603050405020304" pitchFamily="18" charset="0"/>
            </a:endParaRPr>
          </a:p>
          <a:p>
            <a:pPr lvl="1" algn="l" rtl="0">
              <a:lnSpc>
                <a:spcPct val="107000"/>
              </a:lnSpc>
              <a:spcAft>
                <a:spcPts val="800"/>
              </a:spcAft>
              <a:buSzPts val="1000"/>
              <a:buFont typeface="Courier New" panose="02070309020205020404" pitchFamily="49" charset="0"/>
              <a:buChar char="o"/>
              <a:tabLst>
                <a:tab pos="914400" algn="l"/>
              </a:tabLst>
            </a:pPr>
            <a:r>
              <a:rPr lang="en-US" sz="2500" kern="0" dirty="0">
                <a:effectLst/>
                <a:ea typeface="Times New Roman" panose="02020603050405020304" pitchFamily="18" charset="0"/>
                <a:cs typeface="Times New Roman" panose="02020603050405020304" pitchFamily="18" charset="0"/>
              </a:rPr>
              <a:t>Decryption is done using AES_DECRYPT, allowing secure retrieval of sensitive information.</a:t>
            </a:r>
          </a:p>
          <a:p>
            <a:pPr marL="0" lvl="0" indent="0" algn="l">
              <a:lnSpc>
                <a:spcPct val="107000"/>
              </a:lnSpc>
              <a:spcAft>
                <a:spcPts val="800"/>
              </a:spcAft>
              <a:buNone/>
              <a:tabLst>
                <a:tab pos="457200" algn="l"/>
              </a:tabLst>
            </a:pPr>
            <a:r>
              <a:rPr lang="en-US" sz="2500" b="1" kern="0" dirty="0">
                <a:effectLst/>
                <a:ea typeface="Times New Roman" panose="02020603050405020304" pitchFamily="18" charset="0"/>
                <a:cs typeface="Arial" panose="020B0604020202020204" pitchFamily="34" charset="0"/>
              </a:rPr>
              <a:t>5. Testing and Validation</a:t>
            </a:r>
            <a:r>
              <a:rPr lang="en-US" sz="2500" kern="0" dirty="0">
                <a:effectLst/>
                <a:ea typeface="Times New Roman" panose="02020603050405020304" pitchFamily="18" charset="0"/>
                <a:cs typeface="Arial" panose="020B0604020202020204" pitchFamily="34" charset="0"/>
              </a:rPr>
              <a:t>:</a:t>
            </a:r>
            <a:endParaRPr lang="en-US" sz="2500" kern="100" dirty="0">
              <a:effectLst/>
              <a:ea typeface="Aptos" panose="020B0004020202020204" pitchFamily="34" charset="0"/>
              <a:cs typeface="Arial" panose="020B0604020202020204" pitchFamily="34" charset="0"/>
            </a:endParaRPr>
          </a:p>
          <a:p>
            <a:pPr lvl="1" algn="l" rtl="0">
              <a:lnSpc>
                <a:spcPct val="107000"/>
              </a:lnSpc>
              <a:spcAft>
                <a:spcPts val="800"/>
              </a:spcAft>
              <a:buSzPts val="1000"/>
              <a:buFont typeface="Courier New" panose="02070309020205020404" pitchFamily="49" charset="0"/>
              <a:buChar char="o"/>
              <a:tabLst>
                <a:tab pos="914400" algn="l"/>
              </a:tabLst>
            </a:pPr>
            <a:r>
              <a:rPr lang="en-US" sz="2500" kern="0" dirty="0">
                <a:effectLst/>
                <a:ea typeface="Times New Roman" panose="02020603050405020304" pitchFamily="18" charset="0"/>
                <a:cs typeface="Times New Roman" panose="02020603050405020304" pitchFamily="18" charset="0"/>
              </a:rPr>
              <a:t>Queries validate encryption and decryption by retrieving and decrypting specific salary records.</a:t>
            </a:r>
            <a:endParaRPr lang="en-US" sz="2500" kern="100" dirty="0">
              <a:effectLst/>
              <a:ea typeface="Aptos" panose="020B0004020202020204" pitchFamily="34" charset="0"/>
              <a:cs typeface="Times New Roman" panose="02020603050405020304" pitchFamily="18" charset="0"/>
            </a:endParaRPr>
          </a:p>
          <a:p>
            <a:pPr marL="742950" lvl="1" indent="-285750" algn="l" rtl="0">
              <a:lnSpc>
                <a:spcPct val="107000"/>
              </a:lnSpc>
              <a:spcAft>
                <a:spcPts val="800"/>
              </a:spcAft>
              <a:buSzPts val="1000"/>
              <a:buFont typeface="Courier New" panose="02070309020205020404" pitchFamily="49" charset="0"/>
              <a:buChar char="o"/>
              <a:tabLst>
                <a:tab pos="914400" algn="l"/>
              </a:tabLst>
            </a:pPr>
            <a:endParaRPr lang="en-US" sz="2500" kern="100" dirty="0">
              <a:effectLst/>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438254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2028962-8B94-3971-B5DD-16D672B1E246}"/>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F9A85EA8-1AE8-1DD8-DC20-2A18C0E20ED2}"/>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FE05EECB-34AD-BA50-BA79-F4FC4A84F6E6}"/>
              </a:ext>
            </a:extLst>
          </p:cNvPr>
          <p:cNvSpPr>
            <a:spLocks noGrp="1"/>
          </p:cNvSpPr>
          <p:nvPr>
            <p:ph idx="1"/>
          </p:nvPr>
        </p:nvSpPr>
        <p:spPr>
          <a:xfrm>
            <a:off x="1338580" y="1680528"/>
            <a:ext cx="10515600" cy="4351338"/>
          </a:xfrm>
        </p:spPr>
        <p:txBody>
          <a:bodyPr>
            <a:normAutofit/>
          </a:bodyPr>
          <a:lstStyle/>
          <a:p>
            <a:pPr algn="l" rtl="0">
              <a:lnSpc>
                <a:spcPct val="107000"/>
              </a:lnSpc>
              <a:spcAft>
                <a:spcPts val="800"/>
              </a:spcAft>
            </a:pPr>
            <a:r>
              <a:rPr lang="en-US" sz="2500" kern="100" dirty="0">
                <a:effectLst/>
                <a:latin typeface="Aptos" panose="020B0004020202020204" pitchFamily="34" charset="0"/>
                <a:ea typeface="Aptos" panose="020B0004020202020204" pitchFamily="34" charset="0"/>
                <a:cs typeface="Arial" panose="020B0604020202020204" pitchFamily="34" charset="0"/>
              </a:rPr>
              <a:t>Running the code would yield the following results:</a:t>
            </a:r>
          </a:p>
          <a:p>
            <a:pPr algn="l" rtl="0">
              <a:lnSpc>
                <a:spcPct val="107000"/>
              </a:lnSpc>
              <a:spcAft>
                <a:spcPts val="800"/>
              </a:spcAft>
            </a:pPr>
            <a:r>
              <a:rPr lang="en-US" sz="2500" kern="100" dirty="0">
                <a:effectLst/>
                <a:latin typeface="Aptos" panose="020B0004020202020204" pitchFamily="34" charset="0"/>
                <a:ea typeface="Aptos" panose="020B0004020202020204" pitchFamily="34" charset="0"/>
                <a:cs typeface="Arial" panose="020B0604020202020204" pitchFamily="34" charset="0"/>
              </a:rPr>
              <a:t>Successful creation of the SkinCare0 database and its tables</a:t>
            </a:r>
            <a:r>
              <a:rPr lang="en-US" sz="2400" kern="100" dirty="0">
                <a:effectLst/>
                <a:latin typeface="Aptos" panose="020B0004020202020204" pitchFamily="34" charset="0"/>
                <a:ea typeface="Aptos" panose="020B0004020202020204" pitchFamily="34" charset="0"/>
                <a:cs typeface="Arial" panose="020B0604020202020204" pitchFamily="34" charset="0"/>
              </a:rPr>
              <a:t>.</a:t>
            </a:r>
          </a:p>
          <a:p>
            <a:pPr marL="0" indent="0" algn="l" rtl="0">
              <a:lnSpc>
                <a:spcPct val="107000"/>
              </a:lnSpc>
              <a:spcAft>
                <a:spcPts val="800"/>
              </a:spcAft>
              <a:buNone/>
            </a:pPr>
            <a:endParaRPr lang="en-US" sz="2400" kern="100" dirty="0">
              <a:latin typeface="Aptos" panose="020B0004020202020204" pitchFamily="34" charset="0"/>
              <a:ea typeface="Aptos" panose="020B0004020202020204" pitchFamily="34" charset="0"/>
              <a:cs typeface="Arial" panose="020B0604020202020204" pitchFamily="34" charset="0"/>
            </a:endParaRPr>
          </a:p>
        </p:txBody>
      </p:sp>
      <p:pic>
        <p:nvPicPr>
          <p:cNvPr id="4" name="Picture 1">
            <a:extLst>
              <a:ext uri="{FF2B5EF4-FFF2-40B4-BE49-F238E27FC236}">
                <a16:creationId xmlns:a16="http://schemas.microsoft.com/office/drawing/2014/main" id="{505C2492-8633-FB86-E139-B018D25F0F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6447" y="3032625"/>
            <a:ext cx="6127494" cy="2036679"/>
          </a:xfrm>
          <a:prstGeom prst="rect">
            <a:avLst/>
          </a:prstGeom>
        </p:spPr>
      </p:pic>
    </p:spTree>
    <p:extLst>
      <p:ext uri="{BB962C8B-B14F-4D97-AF65-F5344CB8AC3E}">
        <p14:creationId xmlns:p14="http://schemas.microsoft.com/office/powerpoint/2010/main" val="2036578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98507EB-13F0-9A9B-4C8D-DE7A6B53A9C4}"/>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E4E68BED-593D-8B45-EB6F-9F255D014230}"/>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A69D41CE-DBCF-C910-754E-DA030AE15B1D}"/>
              </a:ext>
            </a:extLst>
          </p:cNvPr>
          <p:cNvSpPr>
            <a:spLocks noGrp="1"/>
          </p:cNvSpPr>
          <p:nvPr>
            <p:ph idx="1"/>
          </p:nvPr>
        </p:nvSpPr>
        <p:spPr/>
        <p:txBody>
          <a:bodyPr>
            <a:normAutofit fontScale="92500" lnSpcReduction="20000"/>
          </a:bodyPr>
          <a:lstStyle/>
          <a:p>
            <a:pPr algn="l" rtl="0">
              <a:lnSpc>
                <a:spcPct val="107000"/>
              </a:lnSpc>
              <a:spcBef>
                <a:spcPts val="800"/>
              </a:spcBef>
              <a:spcAft>
                <a:spcPts val="400"/>
              </a:spcAft>
            </a:pPr>
            <a:r>
              <a:rPr lang="en-IN" sz="2500" b="1" kern="100" dirty="0">
                <a:solidFill>
                  <a:srgbClr val="0F4761"/>
                </a:solidFill>
                <a:effectLst/>
                <a:ea typeface="Times New Roman" panose="02020603050405020304" pitchFamily="18" charset="0"/>
                <a:cs typeface="Times New Roman" panose="02020603050405020304" pitchFamily="18" charset="0"/>
              </a:rPr>
              <a:t>Employees Table</a:t>
            </a:r>
            <a:endParaRPr lang="en-US" sz="2500" b="1" kern="100" dirty="0">
              <a:solidFill>
                <a:srgbClr val="0F4761"/>
              </a:solidFill>
              <a:effectLst/>
              <a:ea typeface="Times New Roman" panose="02020603050405020304" pitchFamily="18" charset="0"/>
              <a:cs typeface="Times New Roman" panose="02020603050405020304" pitchFamily="18" charset="0"/>
            </a:endParaRPr>
          </a:p>
          <a:p>
            <a:pPr algn="l" rtl="0"/>
            <a:r>
              <a:rPr lang="en-US" sz="2500" dirty="0">
                <a:effectLst/>
                <a:ea typeface="Times New Roman" panose="02020603050405020304" pitchFamily="18" charset="0"/>
              </a:rPr>
              <a:t>This table represents basic employee information, including the following columns:</a:t>
            </a: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err="1">
                <a:effectLst/>
                <a:ea typeface="Aptos" panose="020B0004020202020204" pitchFamily="34" charset="0"/>
                <a:cs typeface="Arial" panose="020B0604020202020204" pitchFamily="34" charset="0"/>
              </a:rPr>
              <a:t>EmployeeID</a:t>
            </a:r>
            <a:r>
              <a:rPr lang="en-IN" sz="2500" b="1" kern="100" dirty="0">
                <a:effectLst/>
                <a:ea typeface="Aptos" panose="020B0004020202020204" pitchFamily="34" charset="0"/>
                <a:cs typeface="Arial" panose="020B0604020202020204" pitchFamily="34" charset="0"/>
              </a:rPr>
              <a:t>:</a:t>
            </a:r>
            <a:r>
              <a:rPr lang="en-IN" sz="2500" kern="100" dirty="0">
                <a:effectLst/>
                <a:ea typeface="Aptos" panose="020B0004020202020204" pitchFamily="34" charset="0"/>
                <a:cs typeface="Arial" panose="020B0604020202020204" pitchFamily="34" charset="0"/>
              </a:rPr>
              <a:t> The employee's unique identifier.</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a:effectLst/>
                <a:ea typeface="Aptos" panose="020B0004020202020204" pitchFamily="34" charset="0"/>
                <a:cs typeface="Arial" panose="020B0604020202020204" pitchFamily="34" charset="0"/>
              </a:rPr>
              <a:t>Name:</a:t>
            </a:r>
            <a:r>
              <a:rPr lang="en-IN" sz="2500" kern="100" dirty="0">
                <a:effectLst/>
                <a:ea typeface="Aptos" panose="020B0004020202020204" pitchFamily="34" charset="0"/>
                <a:cs typeface="Arial" panose="020B0604020202020204" pitchFamily="34" charset="0"/>
              </a:rPr>
              <a:t> The employee's name.</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a:effectLst/>
                <a:ea typeface="Aptos" panose="020B0004020202020204" pitchFamily="34" charset="0"/>
                <a:cs typeface="Arial" panose="020B0604020202020204" pitchFamily="34" charset="0"/>
              </a:rPr>
              <a:t>Email:</a:t>
            </a:r>
            <a:r>
              <a:rPr lang="en-IN" sz="2500" kern="100" dirty="0">
                <a:effectLst/>
                <a:ea typeface="Aptos" panose="020B0004020202020204" pitchFamily="34" charset="0"/>
                <a:cs typeface="Arial" panose="020B0604020202020204" pitchFamily="34" charset="0"/>
              </a:rPr>
              <a:t> The employee's email.</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err="1">
                <a:effectLst/>
                <a:ea typeface="Aptos" panose="020B0004020202020204" pitchFamily="34" charset="0"/>
                <a:cs typeface="Arial" panose="020B0604020202020204" pitchFamily="34" charset="0"/>
              </a:rPr>
              <a:t>PhoneNumber</a:t>
            </a:r>
            <a:r>
              <a:rPr lang="en-IN" sz="2500" b="1" kern="100" dirty="0">
                <a:effectLst/>
                <a:ea typeface="Aptos" panose="020B0004020202020204" pitchFamily="34" charset="0"/>
                <a:cs typeface="Arial" panose="020B0604020202020204" pitchFamily="34" charset="0"/>
              </a:rPr>
              <a:t>:</a:t>
            </a:r>
            <a:r>
              <a:rPr lang="en-IN" sz="2500" kern="100" dirty="0">
                <a:effectLst/>
                <a:ea typeface="Aptos" panose="020B0004020202020204" pitchFamily="34" charset="0"/>
                <a:cs typeface="Arial" panose="020B0604020202020204" pitchFamily="34" charset="0"/>
              </a:rPr>
              <a:t> The employee's phone number.</a:t>
            </a:r>
            <a:endParaRPr lang="en-US" sz="2500" kern="100" dirty="0">
              <a:effectLst/>
              <a:ea typeface="Aptos" panose="020B0004020202020204" pitchFamily="34" charset="0"/>
              <a:cs typeface="Arial" panose="020B0604020202020204" pitchFamily="34" charset="0"/>
            </a:endParaRPr>
          </a:p>
          <a:p>
            <a:pPr algn="l" rtl="0">
              <a:lnSpc>
                <a:spcPct val="107000"/>
              </a:lnSpc>
              <a:spcAft>
                <a:spcPts val="800"/>
              </a:spcAft>
            </a:pPr>
            <a:r>
              <a:rPr lang="en-IN" sz="2500" kern="100" dirty="0">
                <a:effectLst/>
                <a:ea typeface="Aptos" panose="020B0004020202020204" pitchFamily="34" charset="0"/>
                <a:cs typeface="Arial" panose="020B0604020202020204" pitchFamily="34" charset="0"/>
              </a:rPr>
              <a:t>The data in this table is clear and not encrypted since it doesn't contain sensitive information directly.</a:t>
            </a:r>
            <a:endParaRPr lang="en-US" sz="2500" kern="100" dirty="0">
              <a:effectLst/>
              <a:ea typeface="Aptos" panose="020B0004020202020204" pitchFamily="34" charset="0"/>
              <a:cs typeface="Arial" panose="020B0604020202020204" pitchFamily="34" charset="0"/>
            </a:endParaRPr>
          </a:p>
          <a:p>
            <a:pPr algn="l" rtl="0"/>
            <a:endParaRPr lang="ar-SA" dirty="0"/>
          </a:p>
        </p:txBody>
      </p:sp>
    </p:spTree>
    <p:extLst>
      <p:ext uri="{BB962C8B-B14F-4D97-AF65-F5344CB8AC3E}">
        <p14:creationId xmlns:p14="http://schemas.microsoft.com/office/powerpoint/2010/main" val="38316242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C978073-F8C5-DE6B-BEFB-23DA90230C3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29544FCB-2BA3-D7E0-F609-EFA193647DA1}"/>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pic>
        <p:nvPicPr>
          <p:cNvPr id="4" name="Picture 1">
            <a:extLst>
              <a:ext uri="{FF2B5EF4-FFF2-40B4-BE49-F238E27FC236}">
                <a16:creationId xmlns:a16="http://schemas.microsoft.com/office/drawing/2014/main" id="{FE2F1ACE-8A41-296E-3B7A-A30B71F69220}"/>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r="28541" b="70300"/>
          <a:stretch/>
        </p:blipFill>
        <p:spPr bwMode="auto">
          <a:xfrm>
            <a:off x="1104646" y="1989221"/>
            <a:ext cx="10249154" cy="325183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218046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B230C3E-C59F-0ED0-0AC8-4298E670141B}"/>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854D9CC2-941A-E3E1-1A63-AF411CBEA79D}"/>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D501A8E2-B75C-312C-5151-5FBDB1B3DE17}"/>
              </a:ext>
            </a:extLst>
          </p:cNvPr>
          <p:cNvSpPr>
            <a:spLocks noGrp="1"/>
          </p:cNvSpPr>
          <p:nvPr>
            <p:ph idx="1"/>
          </p:nvPr>
        </p:nvSpPr>
        <p:spPr/>
        <p:txBody>
          <a:bodyPr>
            <a:normAutofit lnSpcReduction="10000"/>
          </a:bodyPr>
          <a:lstStyle/>
          <a:p>
            <a:pPr algn="l" rtl="0">
              <a:lnSpc>
                <a:spcPct val="107000"/>
              </a:lnSpc>
              <a:spcBef>
                <a:spcPts val="800"/>
              </a:spcBef>
              <a:spcAft>
                <a:spcPts val="400"/>
              </a:spcAft>
            </a:pPr>
            <a:r>
              <a:rPr lang="en-IN" sz="2500" b="1" kern="100" dirty="0">
                <a:solidFill>
                  <a:srgbClr val="0F4761"/>
                </a:solidFill>
                <a:effectLst/>
                <a:ea typeface="Times New Roman" panose="02020603050405020304" pitchFamily="18" charset="0"/>
                <a:cs typeface="Times New Roman" panose="02020603050405020304" pitchFamily="18" charset="0"/>
              </a:rPr>
              <a:t>Salaries Table</a:t>
            </a:r>
            <a:endParaRPr lang="en-US" sz="2500" b="1" kern="100" dirty="0">
              <a:solidFill>
                <a:srgbClr val="0F4761"/>
              </a:solidFill>
              <a:effectLst/>
              <a:ea typeface="Times New Roman" panose="02020603050405020304" pitchFamily="18" charset="0"/>
              <a:cs typeface="Times New Roman" panose="02020603050405020304" pitchFamily="18" charset="0"/>
            </a:endParaRPr>
          </a:p>
          <a:p>
            <a:pPr algn="l" rtl="0"/>
            <a:r>
              <a:rPr lang="en-US" sz="2500" dirty="0">
                <a:effectLst/>
                <a:ea typeface="Times New Roman" panose="02020603050405020304" pitchFamily="18" charset="0"/>
              </a:rPr>
              <a:t>This table contains information about employee salaries, with some columns encrypted for privacy protection:</a:t>
            </a: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err="1">
                <a:effectLst/>
                <a:ea typeface="Aptos" panose="020B0004020202020204" pitchFamily="34" charset="0"/>
                <a:cs typeface="Arial" panose="020B0604020202020204" pitchFamily="34" charset="0"/>
              </a:rPr>
              <a:t>SalaryID</a:t>
            </a:r>
            <a:r>
              <a:rPr lang="en-IN" sz="2500" b="1" kern="100" dirty="0">
                <a:effectLst/>
                <a:ea typeface="Aptos" panose="020B0004020202020204" pitchFamily="34" charset="0"/>
                <a:cs typeface="Arial" panose="020B0604020202020204" pitchFamily="34" charset="0"/>
              </a:rPr>
              <a:t>:</a:t>
            </a:r>
            <a:r>
              <a:rPr lang="en-IN" sz="2500" kern="100" dirty="0">
                <a:effectLst/>
                <a:ea typeface="Aptos" panose="020B0004020202020204" pitchFamily="34" charset="0"/>
                <a:cs typeface="Arial" panose="020B0604020202020204" pitchFamily="34" charset="0"/>
              </a:rPr>
              <a:t> The salary record's unique identifier.</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err="1">
                <a:effectLst/>
                <a:ea typeface="Aptos" panose="020B0004020202020204" pitchFamily="34" charset="0"/>
                <a:cs typeface="Arial" panose="020B0604020202020204" pitchFamily="34" charset="0"/>
              </a:rPr>
              <a:t>EmployeeID</a:t>
            </a:r>
            <a:r>
              <a:rPr lang="en-IN" sz="2500" b="1" kern="100" dirty="0">
                <a:effectLst/>
                <a:ea typeface="Aptos" panose="020B0004020202020204" pitchFamily="34" charset="0"/>
                <a:cs typeface="Arial" panose="020B0604020202020204" pitchFamily="34" charset="0"/>
              </a:rPr>
              <a:t>:</a:t>
            </a:r>
            <a:r>
              <a:rPr lang="en-IN" sz="2500" kern="100" dirty="0">
                <a:effectLst/>
                <a:ea typeface="Aptos" panose="020B0004020202020204" pitchFamily="34" charset="0"/>
                <a:cs typeface="Arial" panose="020B0604020202020204" pitchFamily="34" charset="0"/>
              </a:rPr>
              <a:t> The employee's unique identifier linked to the salary.</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err="1">
                <a:effectLst/>
                <a:ea typeface="Aptos" panose="020B0004020202020204" pitchFamily="34" charset="0"/>
                <a:cs typeface="Arial" panose="020B0604020202020204" pitchFamily="34" charset="0"/>
              </a:rPr>
              <a:t>BaseSalary</a:t>
            </a:r>
            <a:r>
              <a:rPr lang="en-IN" sz="2500" b="1" kern="100" dirty="0">
                <a:effectLst/>
                <a:ea typeface="Aptos" panose="020B0004020202020204" pitchFamily="34" charset="0"/>
                <a:cs typeface="Arial" panose="020B0604020202020204" pitchFamily="34" charset="0"/>
              </a:rPr>
              <a:t>:</a:t>
            </a:r>
            <a:r>
              <a:rPr lang="en-IN" sz="2500" kern="100" dirty="0">
                <a:effectLst/>
                <a:ea typeface="Aptos" panose="020B0004020202020204" pitchFamily="34" charset="0"/>
                <a:cs typeface="Arial" panose="020B0604020202020204" pitchFamily="34" charset="0"/>
              </a:rPr>
              <a:t> </a:t>
            </a:r>
            <a:r>
              <a:rPr lang="en-IN" sz="2500" b="1" kern="100" dirty="0">
                <a:effectLst/>
                <a:ea typeface="Aptos" panose="020B0004020202020204" pitchFamily="34" charset="0"/>
                <a:cs typeface="Arial" panose="020B0604020202020204" pitchFamily="34" charset="0"/>
              </a:rPr>
              <a:t>Encrypted using AES algorithm</a:t>
            </a:r>
            <a:r>
              <a:rPr lang="en-IN" sz="2500" kern="100" dirty="0">
                <a:effectLst/>
                <a:ea typeface="Aptos" panose="020B0004020202020204" pitchFamily="34" charset="0"/>
                <a:cs typeface="Arial" panose="020B0604020202020204" pitchFamily="34" charset="0"/>
              </a:rPr>
              <a:t>.</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a:effectLst/>
                <a:ea typeface="Aptos" panose="020B0004020202020204" pitchFamily="34" charset="0"/>
                <a:cs typeface="Arial" panose="020B0604020202020204" pitchFamily="34" charset="0"/>
              </a:rPr>
              <a:t>Bonus:</a:t>
            </a:r>
            <a:r>
              <a:rPr lang="en-IN" sz="2500" kern="100" dirty="0">
                <a:effectLst/>
                <a:ea typeface="Aptos" panose="020B0004020202020204" pitchFamily="34" charset="0"/>
                <a:cs typeface="Arial" panose="020B0604020202020204" pitchFamily="34" charset="0"/>
              </a:rPr>
              <a:t> Additional bonuses.</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err="1">
                <a:effectLst/>
                <a:ea typeface="Aptos" panose="020B0004020202020204" pitchFamily="34" charset="0"/>
                <a:cs typeface="Arial" panose="020B0604020202020204" pitchFamily="34" charset="0"/>
              </a:rPr>
              <a:t>PaymentDate</a:t>
            </a:r>
            <a:r>
              <a:rPr lang="en-IN" sz="2500" b="1" kern="100" dirty="0">
                <a:effectLst/>
                <a:ea typeface="Aptos" panose="020B0004020202020204" pitchFamily="34" charset="0"/>
                <a:cs typeface="Arial" panose="020B0604020202020204" pitchFamily="34" charset="0"/>
              </a:rPr>
              <a:t>:</a:t>
            </a:r>
            <a:r>
              <a:rPr lang="en-IN" sz="2500" kern="100" dirty="0">
                <a:effectLst/>
                <a:ea typeface="Aptos" panose="020B0004020202020204" pitchFamily="34" charset="0"/>
                <a:cs typeface="Arial" panose="020B0604020202020204" pitchFamily="34" charset="0"/>
              </a:rPr>
              <a:t> The date the salary is paid.</a:t>
            </a:r>
            <a:endParaRPr lang="en-US" sz="2500" kern="100" dirty="0">
              <a:effectLst/>
              <a:ea typeface="Aptos" panose="020B0004020202020204" pitchFamily="34" charset="0"/>
              <a:cs typeface="Arial" panose="020B0604020202020204" pitchFamily="34" charset="0"/>
            </a:endParaRPr>
          </a:p>
          <a:p>
            <a:endParaRPr lang="ar-SA" dirty="0"/>
          </a:p>
        </p:txBody>
      </p:sp>
    </p:spTree>
    <p:extLst>
      <p:ext uri="{BB962C8B-B14F-4D97-AF65-F5344CB8AC3E}">
        <p14:creationId xmlns:p14="http://schemas.microsoft.com/office/powerpoint/2010/main" val="30341040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2605316-6B74-C94C-AF90-51B2D7F10D99}"/>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A9984ED-C5C4-5E29-547D-E1BDBC66C7CC}"/>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pic>
        <p:nvPicPr>
          <p:cNvPr id="4" name="Picture 1">
            <a:extLst>
              <a:ext uri="{FF2B5EF4-FFF2-40B4-BE49-F238E27FC236}">
                <a16:creationId xmlns:a16="http://schemas.microsoft.com/office/drawing/2014/main" id="{AD9B4365-372F-CF7F-FCA8-3027BB379D7B}"/>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t="30076" r="18640" b="26689"/>
          <a:stretch/>
        </p:blipFill>
        <p:spPr bwMode="auto">
          <a:xfrm>
            <a:off x="1212896" y="1680528"/>
            <a:ext cx="9766207" cy="3961791"/>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785201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8945B50-D53A-261E-A290-5BCD98E390FF}"/>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5C98DFBF-5DC2-8FE7-29A0-285C4A0942B3}"/>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C6CF4F23-049B-28DC-8E19-9254F7FF9E13}"/>
              </a:ext>
            </a:extLst>
          </p:cNvPr>
          <p:cNvSpPr>
            <a:spLocks noGrp="1"/>
          </p:cNvSpPr>
          <p:nvPr>
            <p:ph idx="1"/>
          </p:nvPr>
        </p:nvSpPr>
        <p:spPr>
          <a:xfrm>
            <a:off x="1338580" y="1680528"/>
            <a:ext cx="10515600" cy="4351338"/>
          </a:xfrm>
        </p:spPr>
        <p:txBody>
          <a:bodyPr>
            <a:normAutofit/>
          </a:bodyPr>
          <a:lstStyle/>
          <a:p>
            <a:pPr algn="l" rtl="0">
              <a:lnSpc>
                <a:spcPct val="107000"/>
              </a:lnSpc>
              <a:spcBef>
                <a:spcPts val="400"/>
              </a:spcBef>
              <a:spcAft>
                <a:spcPts val="200"/>
              </a:spcAft>
            </a:pPr>
            <a:r>
              <a:rPr lang="en-IN" sz="2500" b="1" i="1" kern="100" dirty="0">
                <a:solidFill>
                  <a:srgbClr val="0F4761"/>
                </a:solidFill>
                <a:effectLst/>
                <a:ea typeface="Times New Roman" panose="02020603050405020304" pitchFamily="18" charset="0"/>
                <a:cs typeface="Times New Roman" panose="02020603050405020304" pitchFamily="18" charset="0"/>
              </a:rPr>
              <a:t>Salary Encryption</a:t>
            </a:r>
            <a:endParaRPr lang="en-US" sz="2500" b="1" i="1" kern="100" dirty="0">
              <a:solidFill>
                <a:srgbClr val="0F4761"/>
              </a:solidFill>
              <a:effectLst/>
              <a:ea typeface="Times New Roman" panose="02020603050405020304" pitchFamily="18" charset="0"/>
              <a:cs typeface="Times New Roman" panose="02020603050405020304" pitchFamily="18" charset="0"/>
            </a:endParaRPr>
          </a:p>
          <a:p>
            <a:pPr algn="l" rtl="0"/>
            <a:r>
              <a:rPr lang="en-US" sz="2500" dirty="0">
                <a:effectLst/>
                <a:ea typeface="Times New Roman" panose="02020603050405020304" pitchFamily="18" charset="0"/>
              </a:rPr>
              <a:t>The </a:t>
            </a:r>
            <a:r>
              <a:rPr lang="en-US" sz="2500" b="1" dirty="0">
                <a:effectLst/>
                <a:ea typeface="Times New Roman" panose="02020603050405020304" pitchFamily="18" charset="0"/>
              </a:rPr>
              <a:t>AES</a:t>
            </a:r>
            <a:r>
              <a:rPr lang="en-US" sz="2500" dirty="0">
                <a:effectLst/>
                <a:ea typeface="Times New Roman" panose="02020603050405020304" pitchFamily="18" charset="0"/>
              </a:rPr>
              <a:t> algorithm was used to encrypt the </a:t>
            </a:r>
            <a:r>
              <a:rPr lang="en-US" sz="2500" b="1" dirty="0" err="1">
                <a:effectLst/>
                <a:ea typeface="Times New Roman" panose="02020603050405020304" pitchFamily="18" charset="0"/>
              </a:rPr>
              <a:t>BaseSalary</a:t>
            </a:r>
            <a:r>
              <a:rPr lang="en-US" sz="2500" dirty="0">
                <a:effectLst/>
                <a:ea typeface="Times New Roman" panose="02020603050405020304" pitchFamily="18" charset="0"/>
              </a:rPr>
              <a:t> column.</a:t>
            </a:r>
          </a:p>
          <a:p>
            <a:pPr algn="l" rtl="0">
              <a:lnSpc>
                <a:spcPct val="107000"/>
              </a:lnSpc>
              <a:spcAft>
                <a:spcPts val="800"/>
              </a:spcAft>
            </a:pPr>
            <a:r>
              <a:rPr lang="en-US" sz="2500" kern="100" dirty="0">
                <a:effectLst/>
                <a:ea typeface="Aptos" panose="020B0004020202020204" pitchFamily="34" charset="0"/>
                <a:cs typeface="Arial" panose="020B0604020202020204" pitchFamily="34" charset="0"/>
              </a:rPr>
              <a:t>To reveal the original salary (after decryption), the following query was executed:</a:t>
            </a:r>
          </a:p>
          <a:p>
            <a:pPr algn="l" rtl="0"/>
            <a:endParaRPr lang="ar-SA" dirty="0"/>
          </a:p>
        </p:txBody>
      </p:sp>
    </p:spTree>
    <p:extLst>
      <p:ext uri="{BB962C8B-B14F-4D97-AF65-F5344CB8AC3E}">
        <p14:creationId xmlns:p14="http://schemas.microsoft.com/office/powerpoint/2010/main" val="3453501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D3840B3D-FAF0-30F4-57E7-F9EF00BC8888}"/>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AAEE67CF-696B-2CD2-F3BD-94BC676425B4}"/>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DEEDDF87-0D23-E0E7-E2B2-E45ADDC76617}"/>
              </a:ext>
            </a:extLst>
          </p:cNvPr>
          <p:cNvSpPr>
            <a:spLocks noGrp="1"/>
          </p:cNvSpPr>
          <p:nvPr>
            <p:ph idx="1"/>
          </p:nvPr>
        </p:nvSpPr>
        <p:spPr/>
        <p:txBody>
          <a:bodyPr>
            <a:normAutofit/>
          </a:bodyPr>
          <a:lstStyle/>
          <a:p>
            <a:endParaRPr lang="ar-SA" dirty="0"/>
          </a:p>
        </p:txBody>
      </p:sp>
      <p:pic>
        <p:nvPicPr>
          <p:cNvPr id="4" name="Picture 1">
            <a:extLst>
              <a:ext uri="{FF2B5EF4-FFF2-40B4-BE49-F238E27FC236}">
                <a16:creationId xmlns:a16="http://schemas.microsoft.com/office/drawing/2014/main" id="{D6ECDB31-222E-1B38-B58A-01EAC560987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35705" y="1411278"/>
            <a:ext cx="6320590" cy="5180032"/>
          </a:xfrm>
          <a:prstGeom prst="rect">
            <a:avLst/>
          </a:prstGeom>
        </p:spPr>
      </p:pic>
    </p:spTree>
    <p:extLst>
      <p:ext uri="{BB962C8B-B14F-4D97-AF65-F5344CB8AC3E}">
        <p14:creationId xmlns:p14="http://schemas.microsoft.com/office/powerpoint/2010/main" val="2642094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794CCC5-F572-3DEC-4D3C-16EE488C168A}"/>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2B40ED76-867E-8CBE-E3A4-0F968C7CA4BD}"/>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30223783-1E8C-09D0-4C42-A48B7B8A3384}"/>
              </a:ext>
            </a:extLst>
          </p:cNvPr>
          <p:cNvSpPr>
            <a:spLocks noGrp="1"/>
          </p:cNvSpPr>
          <p:nvPr>
            <p:ph idx="1"/>
          </p:nvPr>
        </p:nvSpPr>
        <p:spPr/>
        <p:txBody>
          <a:bodyPr>
            <a:normAutofit/>
          </a:bodyPr>
          <a:lstStyle/>
          <a:p>
            <a:pPr algn="l" rtl="0">
              <a:lnSpc>
                <a:spcPct val="107000"/>
              </a:lnSpc>
              <a:spcBef>
                <a:spcPts val="800"/>
              </a:spcBef>
              <a:spcAft>
                <a:spcPts val="400"/>
              </a:spcAft>
            </a:pPr>
            <a:r>
              <a:rPr lang="en-IN" sz="2500" b="1" kern="100" dirty="0">
                <a:solidFill>
                  <a:srgbClr val="0F4761"/>
                </a:solidFill>
                <a:effectLst/>
                <a:ea typeface="Times New Roman" panose="02020603050405020304" pitchFamily="18" charset="0"/>
                <a:cs typeface="Times New Roman" panose="02020603050405020304" pitchFamily="18" charset="0"/>
              </a:rPr>
              <a:t>Users Table</a:t>
            </a:r>
            <a:endParaRPr lang="en-US" sz="2500" b="1" kern="100" dirty="0">
              <a:solidFill>
                <a:srgbClr val="0F4761"/>
              </a:solidFill>
              <a:effectLst/>
              <a:ea typeface="Times New Roman" panose="02020603050405020304" pitchFamily="18" charset="0"/>
              <a:cs typeface="Times New Roman" panose="02020603050405020304" pitchFamily="18" charset="0"/>
            </a:endParaRPr>
          </a:p>
          <a:p>
            <a:pPr algn="l" rtl="0"/>
            <a:r>
              <a:rPr lang="en-US" sz="2500" dirty="0">
                <a:effectLst/>
                <a:ea typeface="Times New Roman" panose="02020603050405020304" pitchFamily="18" charset="0"/>
              </a:rPr>
              <a:t>This table contains login information for users, with the following columns:</a:t>
            </a: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err="1">
                <a:effectLst/>
                <a:ea typeface="Aptos" panose="020B0004020202020204" pitchFamily="34" charset="0"/>
                <a:cs typeface="Arial" panose="020B0604020202020204" pitchFamily="34" charset="0"/>
              </a:rPr>
              <a:t>UserID</a:t>
            </a:r>
            <a:r>
              <a:rPr lang="en-IN" sz="2500" b="1" kern="100" dirty="0">
                <a:effectLst/>
                <a:ea typeface="Aptos" panose="020B0004020202020204" pitchFamily="34" charset="0"/>
                <a:cs typeface="Arial" panose="020B0604020202020204" pitchFamily="34" charset="0"/>
              </a:rPr>
              <a:t>:</a:t>
            </a:r>
            <a:r>
              <a:rPr lang="en-IN" sz="2500" kern="100" dirty="0">
                <a:effectLst/>
                <a:ea typeface="Aptos" panose="020B0004020202020204" pitchFamily="34" charset="0"/>
                <a:cs typeface="Arial" panose="020B0604020202020204" pitchFamily="34" charset="0"/>
              </a:rPr>
              <a:t> The user's unique identifier.</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a:effectLst/>
                <a:ea typeface="Aptos" panose="020B0004020202020204" pitchFamily="34" charset="0"/>
                <a:cs typeface="Arial" panose="020B0604020202020204" pitchFamily="34" charset="0"/>
              </a:rPr>
              <a:t>Username:</a:t>
            </a:r>
            <a:r>
              <a:rPr lang="en-IN" sz="2500" kern="100" dirty="0">
                <a:effectLst/>
                <a:ea typeface="Aptos" panose="020B0004020202020204" pitchFamily="34" charset="0"/>
                <a:cs typeface="Arial" panose="020B0604020202020204" pitchFamily="34" charset="0"/>
              </a:rPr>
              <a:t> The username.</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a:effectLst/>
                <a:ea typeface="Aptos" panose="020B0004020202020204" pitchFamily="34" charset="0"/>
                <a:cs typeface="Arial" panose="020B0604020202020204" pitchFamily="34" charset="0"/>
              </a:rPr>
              <a:t>Password:</a:t>
            </a:r>
            <a:r>
              <a:rPr lang="en-IN" sz="2500" kern="100" dirty="0">
                <a:effectLst/>
                <a:ea typeface="Aptos" panose="020B0004020202020204" pitchFamily="34" charset="0"/>
                <a:cs typeface="Arial" panose="020B0604020202020204" pitchFamily="34" charset="0"/>
              </a:rPr>
              <a:t> </a:t>
            </a:r>
            <a:r>
              <a:rPr lang="en-IN" sz="2500" b="1" kern="100" dirty="0">
                <a:effectLst/>
                <a:ea typeface="Aptos" panose="020B0004020202020204" pitchFamily="34" charset="0"/>
                <a:cs typeface="Arial" panose="020B0604020202020204" pitchFamily="34" charset="0"/>
              </a:rPr>
              <a:t>Hashed using the SHA algorithm.</a:t>
            </a:r>
            <a:endParaRPr lang="en-US" sz="2500" kern="100" dirty="0">
              <a:effectLst/>
              <a:ea typeface="Aptos" panose="020B0004020202020204" pitchFamily="34" charset="0"/>
              <a:cs typeface="Arial" panose="020B0604020202020204" pitchFamily="34" charset="0"/>
            </a:endParaRPr>
          </a:p>
          <a:p>
            <a:pPr marL="342900" lvl="0" indent="-342900" algn="l" rtl="0">
              <a:lnSpc>
                <a:spcPct val="107000"/>
              </a:lnSpc>
              <a:spcAft>
                <a:spcPts val="800"/>
              </a:spcAft>
              <a:buSzPts val="1000"/>
              <a:buFont typeface="Symbol" panose="05050102010706020507" pitchFamily="18" charset="2"/>
              <a:buChar char=""/>
              <a:tabLst>
                <a:tab pos="457200" algn="l"/>
              </a:tabLst>
            </a:pPr>
            <a:r>
              <a:rPr lang="en-IN" sz="2500" b="1" kern="100" dirty="0">
                <a:effectLst/>
                <a:ea typeface="Aptos" panose="020B0004020202020204" pitchFamily="34" charset="0"/>
                <a:cs typeface="Arial" panose="020B0604020202020204" pitchFamily="34" charset="0"/>
              </a:rPr>
              <a:t>Role:</a:t>
            </a:r>
            <a:r>
              <a:rPr lang="en-IN" sz="2500" kern="100" dirty="0">
                <a:effectLst/>
                <a:ea typeface="Aptos" panose="020B0004020202020204" pitchFamily="34" charset="0"/>
                <a:cs typeface="Arial" panose="020B0604020202020204" pitchFamily="34" charset="0"/>
              </a:rPr>
              <a:t> The user's role (e.g., Manager, HR, Sales).</a:t>
            </a:r>
            <a:endParaRPr lang="en-US" sz="2500" kern="100" dirty="0">
              <a:effectLst/>
              <a:ea typeface="Aptos" panose="020B0004020202020204" pitchFamily="34" charset="0"/>
              <a:cs typeface="Arial" panose="020B0604020202020204" pitchFamily="34" charset="0"/>
            </a:endParaRPr>
          </a:p>
          <a:p>
            <a:endParaRPr lang="ar-SA" dirty="0"/>
          </a:p>
        </p:txBody>
      </p:sp>
    </p:spTree>
    <p:extLst>
      <p:ext uri="{BB962C8B-B14F-4D97-AF65-F5344CB8AC3E}">
        <p14:creationId xmlns:p14="http://schemas.microsoft.com/office/powerpoint/2010/main" val="6660806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F6D1B21-9662-AF93-C57F-BF6F9B7BD6ED}"/>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E09F0BF6-19B8-DA88-164B-5B48F0B9EF62}"/>
              </a:ext>
            </a:extLst>
          </p:cNvPr>
          <p:cNvSpPr>
            <a:spLocks noGrp="1"/>
          </p:cNvSpPr>
          <p:nvPr>
            <p:ph type="title"/>
          </p:nvPr>
        </p:nvSpPr>
        <p:spPr>
          <a:xfrm>
            <a:off x="1838960" y="354965"/>
            <a:ext cx="9514840" cy="1325563"/>
          </a:xfrm>
        </p:spPr>
        <p:txBody>
          <a:bodyPr>
            <a:normAutofit/>
          </a:bodyPr>
          <a:lstStyle/>
          <a:p>
            <a:pPr algn="l"/>
            <a:r>
              <a:rPr lang="en-US" sz="6000" b="1" dirty="0">
                <a:latin typeface="Aptos Narrow" panose="020B0004020202020204" pitchFamily="34" charset="0"/>
              </a:rPr>
              <a:t>Output:</a:t>
            </a:r>
            <a:endParaRPr lang="ar-SA" sz="6000" b="1" dirty="0">
              <a:latin typeface="Aptos Narrow" panose="020B0004020202020204" pitchFamily="34" charset="0"/>
              <a:ea typeface="Yu Gothic UI Semibold" panose="020B0700000000000000" pitchFamily="34" charset="-128"/>
            </a:endParaRPr>
          </a:p>
        </p:txBody>
      </p:sp>
      <p:pic>
        <p:nvPicPr>
          <p:cNvPr id="4" name="Picture 1" descr="A screenshot of a computer&#10;&#10;Description automatically generated">
            <a:extLst>
              <a:ext uri="{FF2B5EF4-FFF2-40B4-BE49-F238E27FC236}">
                <a16:creationId xmlns:a16="http://schemas.microsoft.com/office/drawing/2014/main" id="{1B6B92A1-2E5D-394D-9E62-561726AE47DC}"/>
              </a:ext>
            </a:extLst>
          </p:cNvPr>
          <p:cNvPicPr>
            <a:picLocks noGrp="1" noChangeAspect="1"/>
          </p:cNvPicPr>
          <p:nvPr>
            <p:ph idx="1"/>
          </p:nvPr>
        </p:nvPicPr>
        <p:blipFill rotWithShape="1">
          <a:blip r:embed="rId3" cstate="print">
            <a:extLst>
              <a:ext uri="{28A0092B-C50C-407E-A947-70E740481C1C}">
                <a14:useLocalDpi xmlns:a14="http://schemas.microsoft.com/office/drawing/2010/main" val="0"/>
              </a:ext>
            </a:extLst>
          </a:blip>
          <a:srcRect t="72307" r="7300"/>
          <a:stretch/>
        </p:blipFill>
        <p:spPr bwMode="auto">
          <a:xfrm>
            <a:off x="590145" y="2350589"/>
            <a:ext cx="11011709" cy="25112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156088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0E8AE718-728C-3E42-1198-871F94D1895E}"/>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5C4347B1-D85A-8482-BC41-609DA27A1B6B}"/>
              </a:ext>
            </a:extLst>
          </p:cNvPr>
          <p:cNvSpPr>
            <a:spLocks noGrp="1"/>
          </p:cNvSpPr>
          <p:nvPr>
            <p:ph type="title"/>
          </p:nvPr>
        </p:nvSpPr>
        <p:spPr/>
        <p:txBody>
          <a:bodyPr>
            <a:normAutofit/>
          </a:bodyPr>
          <a:lstStyle/>
          <a:p>
            <a:pPr algn="l"/>
            <a:r>
              <a:rPr lang="en-US" sz="6000" b="1" dirty="0">
                <a:latin typeface="Aptos Narrow" panose="020B0004020202020204" pitchFamily="34" charset="0"/>
              </a:rPr>
              <a:t>References:</a:t>
            </a:r>
            <a:endParaRPr lang="ar-SA" sz="6000" b="1" dirty="0">
              <a:latin typeface="Aptos Narrow" panose="020B0004020202020204" pitchFamily="34" charset="0"/>
              <a:ea typeface="Yu Gothic UI Semibold" panose="020B0700000000000000" pitchFamily="34" charset="-128"/>
            </a:endParaRPr>
          </a:p>
        </p:txBody>
      </p:sp>
      <p:sp>
        <p:nvSpPr>
          <p:cNvPr id="3" name="عنوان فرعي 2">
            <a:extLst>
              <a:ext uri="{FF2B5EF4-FFF2-40B4-BE49-F238E27FC236}">
                <a16:creationId xmlns:a16="http://schemas.microsoft.com/office/drawing/2014/main" id="{89F2C4B7-0DEB-742C-9D7E-8912DF840B7F}"/>
              </a:ext>
            </a:extLst>
          </p:cNvPr>
          <p:cNvSpPr>
            <a:spLocks noGrp="1"/>
          </p:cNvSpPr>
          <p:nvPr>
            <p:ph idx="1"/>
          </p:nvPr>
        </p:nvSpPr>
        <p:spPr/>
        <p:txBody>
          <a:bodyPr>
            <a:normAutofit/>
          </a:bodyPr>
          <a:lstStyle/>
          <a:p>
            <a:pPr marL="228600" algn="l" rtl="0">
              <a:lnSpc>
                <a:spcPct val="107000"/>
              </a:lnSpc>
              <a:spcAft>
                <a:spcPts val="800"/>
              </a:spcAft>
            </a:pPr>
            <a:r>
              <a:rPr lang="en-US" sz="2500" b="1" u="sng" kern="100" dirty="0">
                <a:effectLst/>
                <a:latin typeface="Aptos" panose="020B0004020202020204" pitchFamily="34" charset="0"/>
                <a:ea typeface="Aptos" panose="020B00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MySQL AES Functions Documentation</a:t>
            </a:r>
            <a:endParaRPr lang="en-US" sz="2500" kern="100" dirty="0">
              <a:effectLst/>
              <a:latin typeface="Aptos" panose="020B0004020202020204" pitchFamily="34" charset="0"/>
              <a:ea typeface="Aptos" panose="020B0004020202020204" pitchFamily="34" charset="0"/>
              <a:cs typeface="Arial" panose="020B0604020202020204" pitchFamily="34" charset="0"/>
            </a:endParaRPr>
          </a:p>
          <a:p>
            <a:pPr marL="228600" algn="l" rtl="0">
              <a:lnSpc>
                <a:spcPct val="107000"/>
              </a:lnSpc>
              <a:spcAft>
                <a:spcPts val="800"/>
              </a:spcAft>
            </a:pPr>
            <a:r>
              <a:rPr lang="en-US" sz="2500" b="1" kern="100" dirty="0">
                <a:effectLst/>
                <a:latin typeface="Aptos" panose="020B0004020202020204" pitchFamily="34" charset="0"/>
                <a:ea typeface="Aptos" panose="020B0004020202020204" pitchFamily="34" charset="0"/>
                <a:cs typeface="Arial" panose="020B0604020202020204" pitchFamily="34" charset="0"/>
              </a:rPr>
              <a:t> </a:t>
            </a:r>
            <a:r>
              <a:rPr lang="en-US" sz="2500" b="1" u="sng" kern="100" dirty="0">
                <a:effectLst/>
                <a:latin typeface="Aptos" panose="020B0004020202020204" pitchFamily="34" charset="0"/>
                <a:ea typeface="Aptos" panose="020B00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MySQL SHA2 Function Documentation</a:t>
            </a:r>
            <a:endParaRPr lang="en-US" sz="2500" kern="100" dirty="0">
              <a:effectLst/>
              <a:latin typeface="Aptos" panose="020B0004020202020204" pitchFamily="34" charset="0"/>
              <a:ea typeface="Aptos" panose="020B0004020202020204" pitchFamily="34" charset="0"/>
              <a:cs typeface="Arial" panose="020B0604020202020204" pitchFamily="34" charset="0"/>
            </a:endParaRPr>
          </a:p>
          <a:p>
            <a:pPr marL="228600" algn="l" rtl="0">
              <a:lnSpc>
                <a:spcPct val="107000"/>
              </a:lnSpc>
              <a:spcAft>
                <a:spcPts val="800"/>
              </a:spcAft>
            </a:pPr>
            <a:r>
              <a:rPr lang="en-US" sz="2500" b="1" u="sng" kern="100" dirty="0">
                <a:effectLst/>
                <a:latin typeface="Aptos" panose="020B0004020202020204" pitchFamily="34" charset="0"/>
                <a:ea typeface="Aptos" panose="020B00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SQL Server HASHBYTES Documentation</a:t>
            </a:r>
            <a:endParaRPr lang="en-US" sz="2500" kern="100" dirty="0">
              <a:effectLst/>
              <a:latin typeface="Aptos" panose="020B0004020202020204" pitchFamily="34" charset="0"/>
              <a:ea typeface="Aptos" panose="020B0004020202020204" pitchFamily="34" charset="0"/>
              <a:cs typeface="Arial" panose="020B0604020202020204" pitchFamily="34" charset="0"/>
            </a:endParaRPr>
          </a:p>
          <a:p>
            <a:pPr algn="l" rtl="0"/>
            <a:endParaRPr lang="ar-SA" dirty="0"/>
          </a:p>
        </p:txBody>
      </p:sp>
    </p:spTree>
    <p:extLst>
      <p:ext uri="{BB962C8B-B14F-4D97-AF65-F5344CB8AC3E}">
        <p14:creationId xmlns:p14="http://schemas.microsoft.com/office/powerpoint/2010/main" val="1856903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13C08D6-526B-3F34-BE40-D5A011150E38}"/>
              </a:ext>
            </a:extLst>
          </p:cNvPr>
          <p:cNvSpPr>
            <a:spLocks noGrp="1"/>
          </p:cNvSpPr>
          <p:nvPr>
            <p:ph type="ctrTitle"/>
          </p:nvPr>
        </p:nvSpPr>
        <p:spPr>
          <a:xfrm>
            <a:off x="690880" y="1950720"/>
            <a:ext cx="8168640" cy="1478280"/>
          </a:xfrm>
        </p:spPr>
        <p:txBody>
          <a:bodyPr>
            <a:normAutofit/>
          </a:bodyPr>
          <a:lstStyle/>
          <a:p>
            <a:r>
              <a:rPr lang="en-US" sz="9000" b="1" dirty="0">
                <a:latin typeface="Batang" panose="02030600000101010101" pitchFamily="18" charset="-127"/>
                <a:ea typeface="Batang" panose="02030600000101010101" pitchFamily="18" charset="-127"/>
              </a:rPr>
              <a:t>Thank you </a:t>
            </a:r>
            <a:endParaRPr lang="ar-SA" sz="9000" b="1" dirty="0">
              <a:latin typeface="Batang" panose="02030600000101010101" pitchFamily="18" charset="-127"/>
              <a:ea typeface="Batang" panose="02030600000101010101" pitchFamily="18" charset="-127"/>
            </a:endParaRPr>
          </a:p>
        </p:txBody>
      </p:sp>
      <p:sp>
        <p:nvSpPr>
          <p:cNvPr id="3" name="عنوان فرعي 2">
            <a:extLst>
              <a:ext uri="{FF2B5EF4-FFF2-40B4-BE49-F238E27FC236}">
                <a16:creationId xmlns:a16="http://schemas.microsoft.com/office/drawing/2014/main" id="{CE1FF3CF-C641-F839-DA39-71D6101CCBF5}"/>
              </a:ext>
            </a:extLst>
          </p:cNvPr>
          <p:cNvSpPr>
            <a:spLocks noGrp="1"/>
          </p:cNvSpPr>
          <p:nvPr>
            <p:ph type="subTitle" idx="1"/>
          </p:nvPr>
        </p:nvSpPr>
        <p:spPr>
          <a:xfrm>
            <a:off x="2794000" y="3296920"/>
            <a:ext cx="5476240" cy="604202"/>
          </a:xfrm>
        </p:spPr>
        <p:txBody>
          <a:bodyPr>
            <a:normAutofit/>
          </a:bodyPr>
          <a:lstStyle/>
          <a:p>
            <a:r>
              <a:rPr lang="en-US" sz="2800" b="1" dirty="0">
                <a:latin typeface="Batang" panose="02030600000101010101" pitchFamily="18" charset="-127"/>
                <a:ea typeface="Batang" panose="02030600000101010101" pitchFamily="18" charset="-127"/>
              </a:rPr>
              <a:t>Do you have any question?</a:t>
            </a:r>
            <a:endParaRPr lang="ar-SA" sz="2800" b="1" dirty="0">
              <a:latin typeface="Batang" panose="02030600000101010101" pitchFamily="18" charset="-127"/>
              <a:ea typeface="Batang" panose="02030600000101010101" pitchFamily="18" charset="-127"/>
            </a:endParaRPr>
          </a:p>
        </p:txBody>
      </p:sp>
    </p:spTree>
    <p:extLst>
      <p:ext uri="{BB962C8B-B14F-4D97-AF65-F5344CB8AC3E}">
        <p14:creationId xmlns:p14="http://schemas.microsoft.com/office/powerpoint/2010/main" val="2499027197"/>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53FC4FC3037814887672EC7254C5E1E" ma:contentTypeVersion="5" ma:contentTypeDescription="Create a new document." ma:contentTypeScope="" ma:versionID="92535347fd9300f6f14438aac79b8baf">
  <xsd:schema xmlns:xsd="http://www.w3.org/2001/XMLSchema" xmlns:xs="http://www.w3.org/2001/XMLSchema" xmlns:p="http://schemas.microsoft.com/office/2006/metadata/properties" xmlns:ns3="ab6a327e-56ab-44a3-b960-b2fa73266d70" targetNamespace="http://schemas.microsoft.com/office/2006/metadata/properties" ma:root="true" ma:fieldsID="6e514aaecc021463e81706c24d8ac84a" ns3:_="">
    <xsd:import namespace="ab6a327e-56ab-44a3-b960-b2fa73266d70"/>
    <xsd:element name="properties">
      <xsd:complexType>
        <xsd:sequence>
          <xsd:element name="documentManagement">
            <xsd:complexType>
              <xsd:all>
                <xsd:element ref="ns3:MediaServiceMetadata" minOccurs="0"/>
                <xsd:element ref="ns3:MediaServiceFastMetadata" minOccurs="0"/>
                <xsd:element ref="ns3:_activity"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6a327e-56ab-44a3-b960-b2fa73266d7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_activity" ma:index="10" nillable="true" ma:displayName="_activity" ma:hidden="true" ma:internalName="_activity">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earchProperties" ma:index="12"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ab6a327e-56ab-44a3-b960-b2fa73266d70" xsi:nil="true"/>
  </documentManagement>
</p:properties>
</file>

<file path=customXml/itemProps1.xml><?xml version="1.0" encoding="utf-8"?>
<ds:datastoreItem xmlns:ds="http://schemas.openxmlformats.org/officeDocument/2006/customXml" ds:itemID="{D21AA139-0699-4C78-ADE5-CC259F956EAB}">
  <ds:schemaRefs>
    <ds:schemaRef ds:uri="http://schemas.microsoft.com/sharepoint/v3/contenttype/forms"/>
  </ds:schemaRefs>
</ds:datastoreItem>
</file>

<file path=customXml/itemProps2.xml><?xml version="1.0" encoding="utf-8"?>
<ds:datastoreItem xmlns:ds="http://schemas.openxmlformats.org/officeDocument/2006/customXml" ds:itemID="{A7AE40D8-FCC9-468B-869A-DDEFED2AA1D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b6a327e-56ab-44a3-b960-b2fa73266d7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EA3A236-F664-475D-BEF1-7D5DB557F458}">
  <ds:schemaRefs>
    <ds:schemaRef ds:uri="http://www.w3.org/XML/1998/namespace"/>
    <ds:schemaRef ds:uri="http://purl.org/dc/elements/1.1/"/>
    <ds:schemaRef ds:uri="ab6a327e-56ab-44a3-b960-b2fa73266d70"/>
    <ds:schemaRef ds:uri="http://schemas.microsoft.com/office/infopath/2007/PartnerControls"/>
    <ds:schemaRef ds:uri="http://purl.org/dc/dcmitype/"/>
    <ds:schemaRef ds:uri="http://schemas.microsoft.com/office/2006/metadata/properties"/>
    <ds:schemaRef ds:uri="http://schemas.microsoft.com/office/2006/documentManagement/types"/>
    <ds:schemaRef ds:uri="http://schemas.openxmlformats.org/package/2006/metadata/core-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138</TotalTime>
  <Words>755</Words>
  <Application>Microsoft Office PowerPoint</Application>
  <PresentationFormat>شاشة عريضة</PresentationFormat>
  <Paragraphs>92</Paragraphs>
  <Slides>24</Slides>
  <Notes>0</Notes>
  <HiddenSlides>0</HiddenSlides>
  <MMClips>0</MMClips>
  <ScaleCrop>false</ScaleCrop>
  <HeadingPairs>
    <vt:vector size="6" baseType="variant">
      <vt:variant>
        <vt:lpstr>الخطوط المستخدمة</vt:lpstr>
      </vt:variant>
      <vt:variant>
        <vt:i4>11</vt:i4>
      </vt:variant>
      <vt:variant>
        <vt:lpstr>نسق</vt:lpstr>
      </vt:variant>
      <vt:variant>
        <vt:i4>1</vt:i4>
      </vt:variant>
      <vt:variant>
        <vt:lpstr>عناوين الشرائح</vt:lpstr>
      </vt:variant>
      <vt:variant>
        <vt:i4>24</vt:i4>
      </vt:variant>
    </vt:vector>
  </HeadingPairs>
  <TitlesOfParts>
    <vt:vector size="36" baseType="lpstr">
      <vt:lpstr>Batang</vt:lpstr>
      <vt:lpstr>Abadi</vt:lpstr>
      <vt:lpstr>Aptos</vt:lpstr>
      <vt:lpstr>Aptos Display</vt:lpstr>
      <vt:lpstr>Aptos Narrow</vt:lpstr>
      <vt:lpstr>Arial</vt:lpstr>
      <vt:lpstr>Calibri</vt:lpstr>
      <vt:lpstr>Courier New</vt:lpstr>
      <vt:lpstr>Symbol</vt:lpstr>
      <vt:lpstr>Times New Roman</vt:lpstr>
      <vt:lpstr>Wingdings</vt:lpstr>
      <vt:lpstr>نسق Office</vt:lpstr>
      <vt:lpstr>Skin Care  Database</vt:lpstr>
      <vt:lpstr>Table of Contents:</vt:lpstr>
      <vt:lpstr>Introduction:</vt:lpstr>
      <vt:lpstr>Introduction:</vt:lpstr>
      <vt:lpstr>Command :</vt:lpstr>
      <vt:lpstr>Command :</vt:lpstr>
      <vt:lpstr>Command :</vt:lpstr>
      <vt:lpstr>Command :</vt:lpstr>
      <vt:lpstr>Command :</vt:lpstr>
      <vt:lpstr>Code Explanation :</vt:lpstr>
      <vt:lpstr>Code Explanation :</vt:lpstr>
      <vt:lpstr>Code Explanation :</vt:lpstr>
      <vt:lpstr>Code Explanation :</vt:lpstr>
      <vt:lpstr>Output:</vt:lpstr>
      <vt:lpstr>Output:</vt:lpstr>
      <vt:lpstr>Output:</vt:lpstr>
      <vt:lpstr>Output:</vt:lpstr>
      <vt:lpstr>Output:</vt:lpstr>
      <vt:lpstr>Output:</vt:lpstr>
      <vt:lpstr>Output:</vt:lpstr>
      <vt:lpstr>Output:</vt:lpstr>
      <vt:lpstr>Output:</vt:lpstr>
      <vt:lpstr>References: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Bandar H Alhthal, Raneem</dc:creator>
  <cp:lastModifiedBy>Ranim B</cp:lastModifiedBy>
  <cp:revision>2</cp:revision>
  <dcterms:created xsi:type="dcterms:W3CDTF">2024-11-30T02:52:28Z</dcterms:created>
  <dcterms:modified xsi:type="dcterms:W3CDTF">2024-11-30T18:42:02Z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0x010100E53FC4FC3037814887672EC7254C5E1E</vt:lpwstr>
  </property>
</Properties>
</file>